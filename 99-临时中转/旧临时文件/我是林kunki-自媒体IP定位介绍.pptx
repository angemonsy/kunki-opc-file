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我是林kunki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>
                <a:solidFill>
                  <a:srgbClr val="C8DCFF"/>
                </a:solidFill>
              </a:defRPr>
            </a:pPr>
            <a:r>
              <a:t>AI时代一人公司实践者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>
                <a:solidFill>
                  <a:srgbClr val="96AAC8"/>
                </a:solidFill>
              </a:defRPr>
            </a:pPr>
            <a:r>
              <a:t>540学生法则 · 边保研边创业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1A2A44"/>
                </a:solidFill>
              </a:defRPr>
            </a:pPr>
            <a:r>
              <a:t>关于我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▫️ 05后 | 广外国贸大三 | 专业第一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▫️ SCI二区论文一作 | 亚太AI大赛金奖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▫️ 一边准备保研，一边搭建AI一人公司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▫️ 和北京投资人合作写《OpenClaw智能体运营》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</a:p>
          <a:p>
            <a:pPr>
              <a:spcAft>
                <a:spcPts val="1200"/>
              </a:spcAft>
              <a:defRPr b="1" sz="2200">
                <a:solidFill>
                  <a:srgbClr val="2D4166"/>
                </a:solidFill>
              </a:defRPr>
            </a:pPr>
            <a:r>
              <a:t>顶层定位：**AI时代一人公司实践者**</a:t>
            </a:r>
          </a:p>
          <a:p>
            <a:pPr>
              <a:spcAft>
                <a:spcPts val="1200"/>
              </a:spcAft>
              <a:defRPr b="1" sz="2200">
                <a:solidFill>
                  <a:srgbClr val="2D4166"/>
                </a:solidFill>
              </a:defRPr>
            </a:pPr>
            <a:r>
              <a:t>落地体系：**540学生法则**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1A2A44"/>
                </a:solidFill>
              </a:defRPr>
            </a:pPr>
            <a:r>
              <a:t>核心哲学：540学生法则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0"/>
              </a:spcAft>
              <a:defRPr sz="2400" b="1">
                <a:solidFill>
                  <a:srgbClr val="2D4166"/>
                </a:solidFill>
              </a:defRPr>
            </a:pPr>
            <a:r>
              <a:t>540 = 三个100 + 四个60</a:t>
            </a:r>
          </a:p>
          <a:p>
            <a:pPr>
              <a:spcAft>
                <a:spcPts val="800"/>
              </a:spcAft>
              <a:defRPr sz="2000" b="1">
                <a:solidFill>
                  <a:srgbClr val="505050"/>
                </a:solidFill>
              </a:defRPr>
            </a:pPr>
            <a:r>
              <a:t>三个100（底层系统构建）</a:t>
            </a:r>
          </a:p>
          <a:p>
            <a:pPr lvl="1"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✅ 100小时AI工具使用 —— 真刀真枪解决问题</a:t>
            </a:r>
          </a:p>
          <a:p>
            <a:pPr lvl="1"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✅ 100小时目标试错推进 —— 集中打穿拿到结果</a:t>
            </a:r>
          </a:p>
          <a:p>
            <a:pPr lvl="1"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✅ 100小时优质信息输入 —— 停止输入就是停止进化</a:t>
            </a:r>
          </a:p>
          <a:p>
            <a:br/>
            <a:pPr>
              <a:spcAft>
                <a:spcPts val="800"/>
              </a:spcAft>
              <a:defRPr sz="2000" b="1">
                <a:solidFill>
                  <a:srgbClr val="505050"/>
                </a:solidFill>
              </a:defRPr>
            </a:pPr>
            <a:r>
              <a:t>四个60（现实能力训练场）</a:t>
            </a:r>
          </a:p>
          <a:p>
            <a:pPr lvl="1"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💪 60天健身 —— 练自律、精力、抗压</a:t>
            </a:r>
          </a:p>
          <a:p>
            <a:pPr lvl="1"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🗣️ 60天社交表达 —— 链接、破冰、价值传递</a:t>
            </a:r>
          </a:p>
          <a:p>
            <a:pPr lvl="1"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📹 60天内容输出 —— 练表达、建数字资产</a:t>
            </a:r>
          </a:p>
          <a:p>
            <a:pPr lvl="1">
              <a:spcAft>
                <a:spcPts val="600"/>
              </a:spcAft>
              <a:defRPr sz="1800">
                <a:solidFill>
                  <a:srgbClr val="3C3C3C"/>
                </a:solidFill>
              </a:defRPr>
            </a:pPr>
            <a:r>
              <a:t>💰 60天销售成交 —— 练需求洞察、信任、闭环</a:t>
            </a:r>
          </a:p>
          <a:p>
            <a:br/>
            <a:pPr>
              <a:defRPr sz="2000" i="1">
                <a:solidFill>
                  <a:srgbClr val="2D4166"/>
                </a:solidFill>
              </a:defRPr>
            </a:pPr>
            <a:r>
              <a:t>一句话：课内用AI高效拿结果，课外做540练能力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1A2A44"/>
                </a:solidFill>
              </a:defRPr>
            </a:pPr>
            <a:r>
              <a:t>人设三身份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2400" b="1">
                <a:solidFill>
                  <a:srgbClr val="3C78C8"/>
                </a:solidFill>
              </a:defRPr>
            </a:pPr>
            <a:r>
              <a:t>1. 真实实践者</a:t>
            </a:r>
          </a:p>
          <a:p>
            <a:pPr>
              <a:spcAft>
                <a:spcPts val="2000"/>
              </a:spcAft>
              <a:defRPr sz="1800">
                <a:solidFill>
                  <a:srgbClr val="3C3C3C"/>
                </a:solidFill>
              </a:defRPr>
            </a:pPr>
            <a:r>
              <a:t>   不端着，持续记录一步步打顺路</a:t>
            </a:r>
          </a:p>
          <a:p>
            <a:pPr>
              <a:spcAft>
                <a:spcPts val="400"/>
              </a:spcAft>
              <a:defRPr sz="2400" b="1">
                <a:solidFill>
                  <a:srgbClr val="3CB478"/>
                </a:solidFill>
              </a:defRPr>
            </a:pPr>
            <a:r>
              <a:t>2. 结果拆解者</a:t>
            </a:r>
          </a:p>
          <a:p>
            <a:pPr>
              <a:spcAft>
                <a:spcPts val="2000"/>
              </a:spcAft>
              <a:defRPr sz="1800">
                <a:solidFill>
                  <a:srgbClr val="3C3C3C"/>
                </a:solidFill>
              </a:defRPr>
            </a:pPr>
            <a:r>
              <a:t>   不只讲故事，把方法全拆出来给你看</a:t>
            </a:r>
          </a:p>
          <a:p>
            <a:pPr>
              <a:spcAft>
                <a:spcPts val="400"/>
              </a:spcAft>
              <a:defRPr sz="2400" b="1">
                <a:solidFill>
                  <a:srgbClr val="B45AA0"/>
                </a:solidFill>
              </a:defRPr>
            </a:pPr>
            <a:r>
              <a:t>3. 路径参考者</a:t>
            </a:r>
          </a:p>
          <a:p>
            <a:pPr>
              <a:spcAft>
                <a:spcPts val="2000"/>
              </a:spcAft>
              <a:defRPr sz="1800">
                <a:solidFill>
                  <a:srgbClr val="3C3C3C"/>
                </a:solidFill>
              </a:defRPr>
            </a:pPr>
            <a:r>
              <a:t>   不替你做决定，给可复制可调整的路径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1A2A44"/>
                </a:solidFill>
              </a:defRPr>
            </a:pPr>
            <a:r>
              <a:t>差异化优势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300"/>
              </a:spcAft>
              <a:defRPr sz="2200" b="1">
                <a:solidFill>
                  <a:srgbClr val="2D4166"/>
                </a:solidFill>
              </a:defRPr>
            </a:pPr>
            <a:r>
              <a:t>1. 05后大学生身份</a:t>
            </a:r>
          </a:p>
          <a:p>
            <a:pPr>
              <a:spcAft>
                <a:spcPts val="1600"/>
              </a:spcAft>
              <a:defRPr sz="1800">
                <a:solidFill>
                  <a:srgbClr val="3C3C3C"/>
                </a:solidFill>
              </a:defRPr>
            </a:pPr>
            <a:r>
              <a:t>   年纪最小结果最硬，2-3年窗口期</a:t>
            </a:r>
          </a:p>
          <a:p>
            <a:pPr>
              <a:spcAft>
                <a:spcPts val="300"/>
              </a:spcAft>
              <a:defRPr sz="2200" b="1">
                <a:solidFill>
                  <a:srgbClr val="2D4166"/>
                </a:solidFill>
              </a:defRPr>
            </a:pPr>
            <a:r>
              <a:t>2. 校内外双线硬结果</a:t>
            </a:r>
          </a:p>
          <a:p>
            <a:pPr>
              <a:spcAft>
                <a:spcPts val="1600"/>
              </a:spcAft>
              <a:defRPr sz="1800">
                <a:solidFill>
                  <a:srgbClr val="3C3C3C"/>
                </a:solidFill>
              </a:defRPr>
            </a:pPr>
            <a:r>
              <a:t>   绩点第一+SCI+竞赛 + AI商业化从0到1，组合稀缺</a:t>
            </a:r>
          </a:p>
          <a:p>
            <a:pPr>
              <a:spcAft>
                <a:spcPts val="300"/>
              </a:spcAft>
              <a:defRPr sz="2200" b="1">
                <a:solidFill>
                  <a:srgbClr val="2D4166"/>
                </a:solidFill>
              </a:defRPr>
            </a:pPr>
            <a:r>
              <a:t>3. 正在发生的连续叙事</a:t>
            </a:r>
          </a:p>
          <a:p>
            <a:pPr>
              <a:spcAft>
                <a:spcPts val="1600"/>
              </a:spcAft>
              <a:defRPr sz="1800">
                <a:solidFill>
                  <a:srgbClr val="3C3C3C"/>
                </a:solidFill>
              </a:defRPr>
            </a:pPr>
            <a:r>
              <a:t>   从象牙塔走向市场，别人抄不走</a:t>
            </a:r>
          </a:p>
          <a:p>
            <a:pPr>
              <a:spcAft>
                <a:spcPts val="300"/>
              </a:spcAft>
              <a:defRPr sz="2200" b="1">
                <a:solidFill>
                  <a:srgbClr val="2D4166"/>
                </a:solidFill>
              </a:defRPr>
            </a:pPr>
            <a:r>
              <a:t>4. 540法则专属方法论</a:t>
            </a:r>
          </a:p>
          <a:p>
            <a:pPr>
              <a:spcAft>
                <a:spcPts val="1600"/>
              </a:spcAft>
              <a:defRPr sz="1800">
                <a:solidFill>
                  <a:srgbClr val="3C3C3C"/>
                </a:solidFill>
              </a:defRPr>
            </a:pPr>
            <a:r>
              <a:t>   所有内容产品都挂在这个标签下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1A2A44"/>
                </a:solidFill>
              </a:defRPr>
            </a:pPr>
            <a:r>
              <a:t>内容四条主线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2200" b="1">
                <a:solidFill>
                  <a:srgbClr val="2D4166"/>
                </a:solidFill>
              </a:defRPr>
            </a:pPr>
            <a:r>
              <a:t>📚 大学结果</a:t>
            </a:r>
          </a:p>
          <a:p>
            <a:pPr>
              <a:spcAft>
                <a:spcPts val="1400"/>
              </a:spcAft>
              <a:defRPr sz="1600">
                <a:solidFill>
                  <a:srgbClr val="3C3C3C"/>
                </a:solidFill>
              </a:defRPr>
            </a:pPr>
            <a:r>
              <a:t>   绩点、论文、竞赛、保研、学习系统</a:t>
            </a:r>
            <a:br/>
            <a:r>
              <a:t>核心：讲如何用最低成本拿到关键结果</a:t>
            </a:r>
          </a:p>
          <a:p>
            <a:pPr>
              <a:spcAft>
                <a:spcPts val="400"/>
              </a:spcAft>
              <a:defRPr sz="2200" b="1">
                <a:solidFill>
                  <a:srgbClr val="2D4166"/>
                </a:solidFill>
              </a:defRPr>
            </a:pPr>
            <a:r>
              <a:t>🤖 AI工具与系统</a:t>
            </a:r>
          </a:p>
          <a:p>
            <a:pPr>
              <a:spcAft>
                <a:spcPts val="1400"/>
              </a:spcAft>
              <a:defRPr sz="1600">
                <a:solidFill>
                  <a:srgbClr val="3C3C3C"/>
                </a:solidFill>
              </a:defRPr>
            </a:pPr>
            <a:r>
              <a:t>   真实用过的AI工具、智能体、工作流、OpenClaw</a:t>
            </a:r>
            <a:br/>
            <a:r>
              <a:t>核心：只讲怎么用、适合谁、解决什么问题</a:t>
            </a:r>
          </a:p>
          <a:p>
            <a:pPr>
              <a:spcAft>
                <a:spcPts val="400"/>
              </a:spcAft>
              <a:defRPr sz="2200" b="1">
                <a:solidFill>
                  <a:srgbClr val="2D4166"/>
                </a:solidFill>
              </a:defRPr>
            </a:pPr>
            <a:r>
              <a:t>🏭 一人公司实践</a:t>
            </a:r>
          </a:p>
          <a:p>
            <a:pPr>
              <a:spcAft>
                <a:spcPts val="1400"/>
              </a:spcAft>
              <a:defRPr sz="1600">
                <a:solidFill>
                  <a:srgbClr val="3C3C3C"/>
                </a:solidFill>
              </a:defRPr>
            </a:pPr>
            <a:r>
              <a:t>   内容输出、个人网站、私域、产品、品牌搭建</a:t>
            </a:r>
            <a:br/>
            <a:r>
              <a:t>核心：全过程真实记录</a:t>
            </a:r>
          </a:p>
          <a:p>
            <a:pPr>
              <a:spcAft>
                <a:spcPts val="400"/>
              </a:spcAft>
              <a:defRPr sz="2200" b="1">
                <a:solidFill>
                  <a:srgbClr val="2D4166"/>
                </a:solidFill>
              </a:defRPr>
            </a:pPr>
            <a:r>
              <a:t>🧪 成长实验</a:t>
            </a:r>
          </a:p>
          <a:p>
            <a:pPr>
              <a:spcAft>
                <a:spcPts val="1400"/>
              </a:spcAft>
              <a:defRPr sz="1600">
                <a:solidFill>
                  <a:srgbClr val="3C3C3C"/>
                </a:solidFill>
              </a:defRPr>
            </a:pPr>
            <a:r>
              <a:t>   健身、社交、行动力、形象管理</a:t>
            </a:r>
            <a:br/>
            <a:r>
              <a:t>核心：不写鸡汤，写实验记录和方法复盘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1A2A44"/>
                </a:solidFill>
              </a:defRPr>
            </a:pPr>
            <a:r>
              <a:t>商业模式：四层漏斗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"/>
              </a:spcAft>
              <a:defRPr sz="2000" b="1">
                <a:solidFill>
                  <a:srgbClr val="2D4166"/>
                </a:solidFill>
              </a:defRPr>
            </a:pPr>
            <a:r>
              <a:t>🎁 免费层 | 公域内容+网站+540思维导图+AI工具清单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</a:defRPr>
            </a:pPr>
            <a:r>
              <a:t>   价格：免费 | 作用：获客，建立第一道信任</a:t>
            </a:r>
          </a:p>
          <a:p>
            <a:pPr>
              <a:spcAft>
                <a:spcPts val="200"/>
              </a:spcAft>
              <a:defRPr sz="2000" b="1">
                <a:solidFill>
                  <a:srgbClr val="2D4166"/>
                </a:solidFill>
              </a:defRPr>
            </a:pPr>
            <a:r>
              <a:t>💸 低价层 | 《540入门工具包》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</a:defRPr>
            </a:pPr>
            <a:r>
              <a:t>   价格：¥9.9 | 作用：筛选付费意愿，沉淀种子用户</a:t>
            </a:r>
          </a:p>
          <a:p>
            <a:pPr>
              <a:spcAft>
                <a:spcPts val="200"/>
              </a:spcAft>
              <a:defRPr sz="2000" b="1">
                <a:solidFill>
                  <a:srgbClr val="2D4166"/>
                </a:solidFill>
              </a:defRPr>
            </a:pPr>
            <a:r>
              <a:t>👥 中价层 | 《540年度陪伴社群》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</a:defRPr>
            </a:pPr>
            <a:r>
              <a:t>   价格：¥199/年 | 作用：主营收，每周分享践行方法</a:t>
            </a:r>
          </a:p>
          <a:p>
            <a:pPr>
              <a:spcAft>
                <a:spcPts val="200"/>
              </a:spcAft>
              <a:defRPr sz="2000" b="1">
                <a:solidFill>
                  <a:srgbClr val="2D4166"/>
                </a:solidFill>
              </a:defRPr>
            </a:pPr>
            <a:r>
              <a:t>🚀 高价层 | 《一人公司起步陪跑》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</a:defRPr>
            </a:pPr>
            <a:r>
              <a:t>   价格：¥1299 | 作用：1v1帮定位、搭工作流、找方向</a:t>
            </a:r>
          </a:p>
          <a:p>
            <a:br/>
            <a:pPr>
              <a:defRPr sz="1600" i="1">
                <a:solidFill>
                  <a:srgbClr val="2D4166"/>
                </a:solidFill>
              </a:defRPr>
            </a:pPr>
            <a:r>
              <a:t>一句话：用内容获客，用网站建信任，用代充做第一次低门槛成交，用自有产品做主营收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1A2A44"/>
                </a:solidFill>
              </a:defRPr>
            </a:pPr>
            <a:r>
              <a:t>AI分工：六人自动运转团队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"/>
              </a:spcAft>
              <a:defRPr sz="1900" b="1">
                <a:solidFill>
                  <a:srgbClr val="2D4166"/>
                </a:solidFill>
              </a:defRPr>
            </a:pPr>
            <a:r>
              <a:t>• 选哥 - 每日选题推荐官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  爬热点→推选题→评分→写入飞书</a:t>
            </a:r>
          </a:p>
          <a:p>
            <a:pPr>
              <a:spcAft>
                <a:spcPts val="200"/>
              </a:spcAft>
              <a:defRPr sz="1900" b="1">
                <a:solidFill>
                  <a:srgbClr val="2D4166"/>
                </a:solidFill>
              </a:defRPr>
            </a:pPr>
            <a:r>
              <a:t>• 盘哥 - 复盘沉淀官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  录数据→写复盘→沉淀素材→更新记忆</a:t>
            </a:r>
          </a:p>
          <a:p>
            <a:pPr>
              <a:spcAft>
                <a:spcPts val="200"/>
              </a:spcAft>
              <a:defRPr sz="1900" b="1">
                <a:solidFill>
                  <a:srgbClr val="2D4166"/>
                </a:solidFill>
              </a:defRPr>
            </a:pPr>
            <a:r>
              <a:t>• 催哥 - 进度催促官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  每日提醒任务，检查进度打气</a:t>
            </a:r>
          </a:p>
          <a:p>
            <a:pPr>
              <a:spcAft>
                <a:spcPts val="200"/>
              </a:spcAft>
              <a:defRPr sz="1900" b="1">
                <a:solidFill>
                  <a:srgbClr val="2D4166"/>
                </a:solidFill>
              </a:defRPr>
            </a:pPr>
            <a:r>
              <a:t>• 情报哥 - 信息收集官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  不定期收集院校/行业情报</a:t>
            </a:r>
          </a:p>
          <a:p>
            <a:pPr>
              <a:spcAft>
                <a:spcPts val="200"/>
              </a:spcAft>
              <a:defRPr sz="1900" b="1">
                <a:solidFill>
                  <a:srgbClr val="2D4166"/>
                </a:solidFill>
              </a:defRPr>
            </a:pPr>
            <a:r>
              <a:t>• 写作哥 - 内容写作官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  根据选题写出完整初稿</a:t>
            </a:r>
          </a:p>
          <a:p>
            <a:pPr>
              <a:spcAft>
                <a:spcPts val="200"/>
              </a:spcAft>
              <a:defRPr sz="1900" b="1">
                <a:solidFill>
                  <a:srgbClr val="2D4166"/>
                </a:solidFill>
              </a:defRPr>
            </a:pPr>
            <a:r>
              <a:t>• Main Agent - 系统运维枢纽</a:t>
            </a:r>
          </a:p>
          <a:p>
            <a:pPr>
              <a:spcAft>
                <a:spcPts val="1000"/>
              </a:spcAft>
              <a:defRPr sz="1600">
                <a:solidFill>
                  <a:srgbClr val="3C3C3C"/>
                </a:solidFill>
              </a:defRPr>
            </a:pPr>
            <a:r>
              <a:t>  飞书同步+全链路创作调度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1A2A44"/>
                </a:solidFill>
              </a:defRPr>
            </a:pPr>
            <a:r>
              <a:t>持续迭代：自动飞轮闭环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500"/>
              </a:spcAft>
              <a:defRPr sz="1800">
                <a:solidFill>
                  <a:srgbClr val="3C3C3C"/>
                </a:solidFill>
              </a:defRPr>
            </a:pPr>
            <a:r>
              <a:t>这是一个活的系统，越用越聪明：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1️⃣ 飞书选哥：每日自动爬热点，推荐TOP3选题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2️⃣ 林总选择选题，AI协助13步生产出文案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3️⃣ 发布到平台，获取播放/点赞/评论数据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4️⃣ 飞书盘哥：录入数据，复盘成败，沉淀素材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5️⃣ 沉淀经验到知识库，更新选题命中率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6️⃣ 次日选哥推荐更精准，系统越滚越聪明</a:t>
            </a:r>
          </a:p>
          <a:p>
            <a:br/>
            <a:pPr>
              <a:defRPr sz="1800" b="1">
                <a:solidFill>
                  <a:srgbClr val="2D4166"/>
                </a:solidFill>
              </a:defRPr>
            </a:pPr>
            <a:r>
              <a:t>核心优势：AI代替99%重复劳动，1%创造力永远属于你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C8DCFF"/>
                </a:solidFill>
              </a:defRPr>
            </a:pPr>
            <a:r>
              <a:t>540学生法则 · AI一人公司实践者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