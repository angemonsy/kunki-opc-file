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7"/>
  </p:notesMasterIdLst>
  <p:sldIdLst>
    <p:sldId id="271" r:id="rId3"/>
    <p:sldId id="335" r:id="rId4"/>
    <p:sldId id="270" r:id="rId5"/>
    <p:sldId id="273" r:id="rId6"/>
    <p:sldId id="280" r:id="rId7"/>
    <p:sldId id="356" r:id="rId8"/>
    <p:sldId id="357" r:id="rId9"/>
    <p:sldId id="278" r:id="rId10"/>
    <p:sldId id="275" r:id="rId11"/>
    <p:sldId id="281" r:id="rId12"/>
    <p:sldId id="279" r:id="rId13"/>
    <p:sldId id="358" r:id="rId14"/>
    <p:sldId id="355" r:id="rId15"/>
    <p:sldId id="360" r:id="rId16"/>
    <p:sldId id="314" r:id="rId17"/>
    <p:sldId id="318" r:id="rId18"/>
    <p:sldId id="325" r:id="rId19"/>
    <p:sldId id="320" r:id="rId20"/>
    <p:sldId id="350" r:id="rId21"/>
    <p:sldId id="354" r:id="rId22"/>
    <p:sldId id="295" r:id="rId23"/>
    <p:sldId id="361" r:id="rId24"/>
    <p:sldId id="257" r:id="rId25"/>
    <p:sldId id="264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8F1"/>
    <a:srgbClr val="D0D8E8"/>
    <a:srgbClr val="FBFBFD"/>
    <a:srgbClr val="FDFDFD"/>
    <a:srgbClr val="DCE6F2"/>
    <a:srgbClr val="FBFCFD"/>
    <a:srgbClr val="3269AB"/>
    <a:srgbClr val="578BB6"/>
    <a:srgbClr val="BAEEFC"/>
    <a:srgbClr val="FA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70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slide" Target="../slides/slide17.xml"/><Relationship Id="rId1" Type="http://schemas.openxmlformats.org/officeDocument/2006/relationships/slide" Target="../slides/slide1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7ECDFB-355A-4AEB-84BD-85C06D11FA92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F6E6993-3B51-49B2-A3C3-96E861BF3FD6}">
      <dgm:prSet phldrT="[文本]" custT="1"/>
      <dgm:spPr/>
      <dgm:t>
        <a:bodyPr/>
        <a:lstStyle/>
        <a:p>
          <a:r>
            <a:rPr lang="en-US" altLang="zh-CN" sz="2800" b="1" dirty="0"/>
            <a:t>Tariff barriers</a:t>
          </a:r>
          <a:endParaRPr lang="zh-CN" altLang="en-US" sz="2800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09A34F2-5A3C-4307-A514-DA41A83CF966}" type="parTrans" cxnId="{E4B26ADA-554D-42FC-8D42-D645DAAE18CD}">
      <dgm:prSet/>
      <dgm:spPr/>
      <dgm:t>
        <a:bodyPr/>
        <a:lstStyle/>
        <a:p>
          <a:endParaRPr lang="zh-CN" altLang="en-US"/>
        </a:p>
      </dgm:t>
    </dgm:pt>
    <dgm:pt modelId="{66FC669D-151A-4821-9CCB-205A10B0BF3B}" type="sibTrans" cxnId="{E4B26ADA-554D-42FC-8D42-D645DAAE18CD}">
      <dgm:prSet/>
      <dgm:spPr/>
      <dgm:t>
        <a:bodyPr/>
        <a:lstStyle/>
        <a:p>
          <a:endParaRPr lang="zh-CN" altLang="en-US"/>
        </a:p>
      </dgm:t>
    </dgm:pt>
    <dgm:pt modelId="{24419FE9-2B1F-435C-B6FB-E259D011219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import duty/tariff</a:t>
          </a:r>
          <a:r>
            <a:rPr lang="en-US" altLang="zh-CN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zh-CN" altLang="en-US" sz="20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E66217-2F08-429C-9CE1-328DFBE1C775}" type="parTrans" cxnId="{2F122D09-5B94-485E-B16E-61CBC96B8BE5}">
      <dgm:prSet/>
      <dgm:spPr/>
      <dgm:t>
        <a:bodyPr/>
        <a:lstStyle/>
        <a:p>
          <a:endParaRPr lang="zh-CN" altLang="en-US"/>
        </a:p>
      </dgm:t>
    </dgm:pt>
    <dgm:pt modelId="{7B652B9E-0F5C-4BE6-8B8C-627FFB8E46CE}" type="sibTrans" cxnId="{2F122D09-5B94-485E-B16E-61CBC96B8BE5}">
      <dgm:prSet/>
      <dgm:spPr/>
      <dgm:t>
        <a:bodyPr/>
        <a:lstStyle/>
        <a:p>
          <a:endParaRPr lang="zh-CN" altLang="en-US"/>
        </a:p>
      </dgm:t>
    </dgm:pt>
    <dgm:pt modelId="{21E83C8D-C7D4-4DEF-B714-A808E65E6C0E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export duty/tariff</a:t>
          </a:r>
          <a:endParaRPr lang="zh-CN" altLang="en-US" sz="2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1196A4-8477-4276-A7AF-7B25B93EAC29}" type="parTrans" cxnId="{9A85AA06-E674-4178-9B0E-85138E3782FF}">
      <dgm:prSet/>
      <dgm:spPr/>
      <dgm:t>
        <a:bodyPr/>
        <a:lstStyle/>
        <a:p>
          <a:endParaRPr lang="zh-CN" altLang="en-US"/>
        </a:p>
      </dgm:t>
    </dgm:pt>
    <dgm:pt modelId="{89E11F24-2937-4D02-BBCD-46183E462205}" type="sibTrans" cxnId="{9A85AA06-E674-4178-9B0E-85138E3782FF}">
      <dgm:prSet/>
      <dgm:spPr/>
      <dgm:t>
        <a:bodyPr/>
        <a:lstStyle/>
        <a:p>
          <a:endParaRPr lang="zh-CN" altLang="en-US"/>
        </a:p>
      </dgm:t>
    </dgm:pt>
    <dgm:pt modelId="{D6EC7F6F-F932-47CA-86CA-75D7132B0967}">
      <dgm:prSet phldrT="[文本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>
              <a:solidFill>
                <a:prstClr val="white"/>
              </a:solidFill>
              <a:latin typeface="Calibri"/>
              <a:ea typeface="宋体" panose="02010600030101010101" pitchFamily="2" charset="-122"/>
              <a:cs typeface="+mn-cs"/>
            </a:rPr>
            <a:t>Non-tariff barriers (NTBs)</a:t>
          </a:r>
          <a:endParaRPr lang="zh-CN" altLang="en-US" sz="2800" b="1" kern="1200" dirty="0">
            <a:solidFill>
              <a:prstClr val="white"/>
            </a:solidFill>
            <a:latin typeface="Calibri"/>
            <a:ea typeface="宋体" panose="02010600030101010101" pitchFamily="2" charset="-122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E2481307-5E13-46E5-A202-F9717BEA1BDA}" type="parTrans" cxnId="{87590C95-D98B-411B-85A0-8281A5D13494}">
      <dgm:prSet/>
      <dgm:spPr/>
      <dgm:t>
        <a:bodyPr/>
        <a:lstStyle/>
        <a:p>
          <a:endParaRPr lang="zh-CN" altLang="en-US"/>
        </a:p>
      </dgm:t>
    </dgm:pt>
    <dgm:pt modelId="{A1D1836C-EA3E-4402-BA9E-824DAD88F51A}" type="sibTrans" cxnId="{87590C95-D98B-411B-85A0-8281A5D13494}">
      <dgm:prSet/>
      <dgm:spPr/>
      <dgm:t>
        <a:bodyPr/>
        <a:lstStyle/>
        <a:p>
          <a:endParaRPr lang="zh-CN" altLang="en-US"/>
        </a:p>
      </dgm:t>
    </dgm:pt>
    <dgm:pt modelId="{9EB2C526-8D03-4E1E-9C32-C9A8BB28B589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quota</a:t>
          </a:r>
          <a:endParaRPr lang="zh-CN" altLang="en-US" sz="2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C08511-A2BF-4086-BD67-C8B81654E2E4}" type="parTrans" cxnId="{CD4AA9B7-8141-4964-AE62-81AB991202F7}">
      <dgm:prSet/>
      <dgm:spPr/>
      <dgm:t>
        <a:bodyPr/>
        <a:lstStyle/>
        <a:p>
          <a:endParaRPr lang="zh-CN" altLang="en-US"/>
        </a:p>
      </dgm:t>
    </dgm:pt>
    <dgm:pt modelId="{0B565E92-3B38-48D4-AC09-9B16ECA3E0EE}" type="sibTrans" cxnId="{CD4AA9B7-8141-4964-AE62-81AB991202F7}">
      <dgm:prSet/>
      <dgm:spPr/>
      <dgm:t>
        <a:bodyPr/>
        <a:lstStyle/>
        <a:p>
          <a:endParaRPr lang="zh-CN" altLang="en-US"/>
        </a:p>
      </dgm:t>
    </dgm:pt>
    <dgm:pt modelId="{2888A305-F24B-4987-BCE5-C131F298C659}">
      <dgm:prSet custT="1"/>
      <dgm:spPr/>
      <dgm:t>
        <a:bodyPr/>
        <a:lstStyle/>
        <a:p>
          <a:r>
            <a: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rPr>
            <a:t>transit duty</a:t>
          </a:r>
          <a:endParaRPr lang="zh-CN" altLang="en-US" sz="20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E4A515-5159-4BDD-8F30-9D41FE85811A}" type="parTrans" cxnId="{FEAD2145-C79C-4F68-B6A1-EAB078628535}">
      <dgm:prSet/>
      <dgm:spPr/>
      <dgm:t>
        <a:bodyPr/>
        <a:lstStyle/>
        <a:p>
          <a:endParaRPr lang="zh-CN" altLang="en-US"/>
        </a:p>
      </dgm:t>
    </dgm:pt>
    <dgm:pt modelId="{027E708B-78E7-4819-9053-8A959D2D2AD3}" type="sibTrans" cxnId="{FEAD2145-C79C-4F68-B6A1-EAB078628535}">
      <dgm:prSet/>
      <dgm:spPr/>
      <dgm:t>
        <a:bodyPr/>
        <a:lstStyle/>
        <a:p>
          <a:endParaRPr lang="zh-CN" altLang="en-US"/>
        </a:p>
      </dgm:t>
    </dgm:pt>
    <dgm:pt modelId="{8D72E53E-76F9-4B85-AE78-2AB452EE4A87}">
      <dgm:prSet custT="1"/>
      <dgm:spPr/>
      <dgm:t>
        <a:bodyPr/>
        <a:lstStyle/>
        <a:p>
          <a:pPr>
            <a:lnSpc>
              <a:spcPts val="1900"/>
            </a:lnSpc>
            <a:spcAft>
              <a:spcPts val="0"/>
            </a:spcAft>
          </a:pPr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currency control</a:t>
          </a:r>
          <a:endParaRPr lang="zh-CN" altLang="zh-CN" sz="2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5749C8-19ED-4AC1-88B3-60CFED1E1C15}" type="parTrans" cxnId="{74B2BF3E-649E-4208-A426-4DC5561AA8D9}">
      <dgm:prSet/>
      <dgm:spPr/>
      <dgm:t>
        <a:bodyPr/>
        <a:lstStyle/>
        <a:p>
          <a:endParaRPr lang="zh-CN" altLang="en-US"/>
        </a:p>
      </dgm:t>
    </dgm:pt>
    <dgm:pt modelId="{357F0115-5A7A-4B5E-AB0C-AC5E0FAC7379}" type="sibTrans" cxnId="{74B2BF3E-649E-4208-A426-4DC5561AA8D9}">
      <dgm:prSet/>
      <dgm:spPr/>
      <dgm:t>
        <a:bodyPr/>
        <a:lstStyle/>
        <a:p>
          <a:endParaRPr lang="zh-CN" altLang="en-US"/>
        </a:p>
      </dgm:t>
    </dgm:pt>
    <dgm:pt modelId="{CE9C6728-91F9-4EDE-8C3E-E2FDB2412CA0}">
      <dgm:prSet custT="1"/>
      <dgm:spPr/>
      <dgm:t>
        <a:bodyPr/>
        <a:lstStyle/>
        <a:p>
          <a:pPr marL="0" marR="0" lvl="0" indent="0" defTabSz="914400" eaLnBrk="1" fontAlgn="auto" latinLnBrk="0" hangingPunct="1">
            <a:lnSpc>
              <a:spcPts val="2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altLang="zh-CN" sz="20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customs &amp; administrative procedures</a:t>
          </a:r>
          <a:endParaRPr lang="zh-CN" altLang="zh-CN" sz="20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1337770-9ACC-43E6-A4F6-41FB9552467B}" type="parTrans" cxnId="{482B1090-F28C-49A5-AA2B-D89C8BB09F35}">
      <dgm:prSet/>
      <dgm:spPr/>
      <dgm:t>
        <a:bodyPr/>
        <a:lstStyle/>
        <a:p>
          <a:endParaRPr lang="zh-CN" altLang="en-US"/>
        </a:p>
      </dgm:t>
    </dgm:pt>
    <dgm:pt modelId="{6FA2085F-37E1-4058-B0F3-408DF82CA8F6}" type="sibTrans" cxnId="{482B1090-F28C-49A5-AA2B-D89C8BB09F35}">
      <dgm:prSet/>
      <dgm:spPr/>
      <dgm:t>
        <a:bodyPr/>
        <a:lstStyle/>
        <a:p>
          <a:endParaRPr lang="zh-CN" altLang="en-US"/>
        </a:p>
      </dgm:t>
    </dgm:pt>
    <dgm:pt modelId="{2FF5F7F8-1198-4F3B-BBE8-A3752BCA9FF3}">
      <dgm:prSet custT="1"/>
      <dgm:spPr/>
      <dgm:t>
        <a:bodyPr/>
        <a:lstStyle/>
        <a:p>
          <a:pPr>
            <a:lnSpc>
              <a:spcPts val="2200"/>
            </a:lnSpc>
            <a:spcAft>
              <a:spcPts val="0"/>
            </a:spcAft>
          </a:pPr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special duties:</a:t>
          </a:r>
        </a:p>
        <a:p>
          <a:pPr>
            <a:lnSpc>
              <a:spcPts val="2200"/>
            </a:lnSpc>
            <a:spcAft>
              <a:spcPts val="0"/>
            </a:spcAft>
          </a:pPr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anti-dumping duty </a:t>
          </a:r>
        </a:p>
        <a:p>
          <a:pPr>
            <a:lnSpc>
              <a:spcPts val="1800"/>
            </a:lnSpc>
            <a:spcAft>
              <a:spcPts val="0"/>
            </a:spcAft>
          </a:pPr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(ADD)</a:t>
          </a:r>
        </a:p>
        <a:p>
          <a:pPr>
            <a:lnSpc>
              <a:spcPts val="1800"/>
            </a:lnSpc>
            <a:spcAft>
              <a:spcPts val="0"/>
            </a:spcAft>
          </a:pPr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countervailing duty (CVD)</a:t>
          </a:r>
          <a:endParaRPr lang="zh-CN" alt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3F75BD-65E5-4EEC-84B5-59EFCB98486B}" type="parTrans" cxnId="{5738F8CD-AA99-4657-A78D-ED1357DE7A00}">
      <dgm:prSet/>
      <dgm:spPr/>
      <dgm:t>
        <a:bodyPr/>
        <a:lstStyle/>
        <a:p>
          <a:endParaRPr lang="zh-CN" altLang="en-US"/>
        </a:p>
      </dgm:t>
    </dgm:pt>
    <dgm:pt modelId="{EBC2A30E-5A80-45EF-AF77-9A41DBDB940B}" type="sibTrans" cxnId="{5738F8CD-AA99-4657-A78D-ED1357DE7A00}">
      <dgm:prSet/>
      <dgm:spPr/>
      <dgm:t>
        <a:bodyPr/>
        <a:lstStyle/>
        <a:p>
          <a:endParaRPr lang="zh-CN" altLang="en-US"/>
        </a:p>
      </dgm:t>
    </dgm:pt>
    <dgm:pt modelId="{469FF461-F510-42E0-8B1D-F6EE80981FDC}">
      <dgm:prSet custT="1"/>
      <dgm:spPr/>
      <dgm:t>
        <a:bodyPr/>
        <a:lstStyle/>
        <a:p>
          <a:r>
            <a:rPr lang="en-US" altLang="zh-CN" sz="2000" b="0" i="0" dirty="0">
              <a:latin typeface="Arial" panose="020B0604020202020204" pitchFamily="34" charset="0"/>
              <a:cs typeface="Arial" panose="020B0604020202020204" pitchFamily="34" charset="0"/>
            </a:rPr>
            <a:t>technical barriers to trade (TBT) </a:t>
          </a:r>
          <a:endParaRPr lang="zh-CN" altLang="zh-CN" sz="2000" b="0" i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00D50E-B3CD-4845-A0E2-EF7FEFD32A5A}" type="parTrans" cxnId="{A5E04735-4D95-4FEF-AFCA-4541A0590B6A}">
      <dgm:prSet/>
      <dgm:spPr/>
      <dgm:t>
        <a:bodyPr/>
        <a:lstStyle/>
        <a:p>
          <a:endParaRPr lang="zh-CN" altLang="en-US"/>
        </a:p>
      </dgm:t>
    </dgm:pt>
    <dgm:pt modelId="{83ADE25C-6ED2-4FFA-91D4-7958135B2825}" type="sibTrans" cxnId="{A5E04735-4D95-4FEF-AFCA-4541A0590B6A}">
      <dgm:prSet/>
      <dgm:spPr/>
      <dgm:t>
        <a:bodyPr/>
        <a:lstStyle/>
        <a:p>
          <a:endParaRPr lang="zh-CN" altLang="en-US"/>
        </a:p>
      </dgm:t>
    </dgm:pt>
    <dgm:pt modelId="{7D4B005E-9212-4A3A-8237-C2B44F7ACFC9}">
      <dgm:prSet custT="1"/>
      <dgm:spPr/>
      <dgm:t>
        <a:bodyPr/>
        <a:lstStyle/>
        <a:p>
          <a:r>
            <a:rPr lang="en-US" altLang="zh-CN" sz="2000" kern="12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rPr>
            <a:t>import license</a:t>
          </a:r>
          <a:endParaRPr lang="zh-CN" altLang="en-US" sz="2000" kern="1200" dirty="0">
            <a:solidFill>
              <a:prstClr val="black"/>
            </a:solidFill>
            <a:latin typeface="Arial" panose="020B0604020202020204" pitchFamily="34" charset="0"/>
            <a:ea typeface="宋体" panose="02010600030101010101" pitchFamily="2" charset="-122"/>
            <a:cs typeface="Arial" panose="020B0604020202020204" pitchFamily="34" charset="0"/>
          </a:endParaRPr>
        </a:p>
      </dgm:t>
    </dgm:pt>
    <dgm:pt modelId="{6A8CAF7C-42F3-41BA-8EED-DF0843922A5A}" type="sibTrans" cxnId="{F8737A00-53E4-4360-9627-CAD32658A123}">
      <dgm:prSet/>
      <dgm:spPr/>
      <dgm:t>
        <a:bodyPr/>
        <a:lstStyle/>
        <a:p>
          <a:endParaRPr lang="zh-CN" altLang="en-US"/>
        </a:p>
      </dgm:t>
    </dgm:pt>
    <dgm:pt modelId="{4DF3E680-5408-42C7-9E43-65ECC5CA815A}" type="parTrans" cxnId="{F8737A00-53E4-4360-9627-CAD32658A123}">
      <dgm:prSet/>
      <dgm:spPr/>
      <dgm:t>
        <a:bodyPr/>
        <a:lstStyle/>
        <a:p>
          <a:endParaRPr lang="zh-CN" altLang="en-US"/>
        </a:p>
      </dgm:t>
    </dgm:pt>
    <dgm:pt modelId="{72ECD3F8-63F6-4815-B96A-7C5CB1F5310E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subsidy</a:t>
          </a:r>
          <a:endParaRPr lang="zh-CN" altLang="en-US" sz="2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7E9ACD-8149-4B37-BEA2-285FF44DA2FA}" type="sibTrans" cxnId="{78F9C463-26C0-40AC-B443-6F02332BAF42}">
      <dgm:prSet/>
      <dgm:spPr/>
      <dgm:t>
        <a:bodyPr/>
        <a:lstStyle/>
        <a:p>
          <a:endParaRPr lang="zh-CN" altLang="en-US"/>
        </a:p>
      </dgm:t>
    </dgm:pt>
    <dgm:pt modelId="{F20B264E-BFBC-4FBD-B661-FED9B086EEE2}" type="parTrans" cxnId="{78F9C463-26C0-40AC-B443-6F02332BAF42}">
      <dgm:prSet/>
      <dgm:spPr/>
      <dgm:t>
        <a:bodyPr/>
        <a:lstStyle/>
        <a:p>
          <a:endParaRPr lang="zh-CN" altLang="en-US"/>
        </a:p>
      </dgm:t>
    </dgm:pt>
    <dgm:pt modelId="{C04BB6E8-3912-4BBB-9E12-33F5291B31A2}" type="pres">
      <dgm:prSet presAssocID="{727ECDFB-355A-4AEB-84BD-85C06D11FA9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DE610D-81CC-4163-878C-0C3974699276}" type="pres">
      <dgm:prSet presAssocID="{4F6E6993-3B51-49B2-A3C3-96E861BF3FD6}" presName="root" presStyleCnt="0"/>
      <dgm:spPr/>
    </dgm:pt>
    <dgm:pt modelId="{EDC2F531-8866-489F-9447-978E462BA5B3}" type="pres">
      <dgm:prSet presAssocID="{4F6E6993-3B51-49B2-A3C3-96E861BF3FD6}" presName="rootComposite" presStyleCnt="0"/>
      <dgm:spPr/>
    </dgm:pt>
    <dgm:pt modelId="{E02229F8-C7C1-439A-8FA7-EB28173D3134}" type="pres">
      <dgm:prSet presAssocID="{4F6E6993-3B51-49B2-A3C3-96E861BF3FD6}" presName="rootText" presStyleLbl="node1" presStyleIdx="0" presStyleCnt="2" custScaleX="281955"/>
      <dgm:spPr/>
    </dgm:pt>
    <dgm:pt modelId="{4100C5EE-4B1F-47FF-AE9E-720B606CFA6D}" type="pres">
      <dgm:prSet presAssocID="{4F6E6993-3B51-49B2-A3C3-96E861BF3FD6}" presName="rootConnector" presStyleLbl="node1" presStyleIdx="0" presStyleCnt="2"/>
      <dgm:spPr/>
    </dgm:pt>
    <dgm:pt modelId="{454E81ED-24CF-412E-B28C-7F55C84A9D62}" type="pres">
      <dgm:prSet presAssocID="{4F6E6993-3B51-49B2-A3C3-96E861BF3FD6}" presName="childShape" presStyleCnt="0"/>
      <dgm:spPr/>
    </dgm:pt>
    <dgm:pt modelId="{C9908031-BD6F-4897-8C6A-024792E6FB3E}" type="pres">
      <dgm:prSet presAssocID="{26E66217-2F08-429C-9CE1-328DFBE1C775}" presName="Name13" presStyleLbl="parChTrans1D2" presStyleIdx="0" presStyleCnt="10"/>
      <dgm:spPr/>
    </dgm:pt>
    <dgm:pt modelId="{62B9D979-BDDE-4B05-A42A-0D99D9C99167}" type="pres">
      <dgm:prSet presAssocID="{24419FE9-2B1F-435C-B6FB-E259D011219D}" presName="childText" presStyleLbl="bgAcc1" presStyleIdx="0" presStyleCnt="10" custScaleX="297508">
        <dgm:presLayoutVars>
          <dgm:bulletEnabled val="1"/>
        </dgm:presLayoutVars>
      </dgm:prSet>
      <dgm:spPr/>
    </dgm:pt>
    <dgm:pt modelId="{A68401F7-69B6-4E90-A3A3-97168066AF27}" type="pres">
      <dgm:prSet presAssocID="{F71196A4-8477-4276-A7AF-7B25B93EAC29}" presName="Name13" presStyleLbl="parChTrans1D2" presStyleIdx="1" presStyleCnt="10"/>
      <dgm:spPr/>
    </dgm:pt>
    <dgm:pt modelId="{4CC62306-A889-42C8-89ED-A0ADEF99C093}" type="pres">
      <dgm:prSet presAssocID="{21E83C8D-C7D4-4DEF-B714-A808E65E6C0E}" presName="childText" presStyleLbl="bgAcc1" presStyleIdx="1" presStyleCnt="10" custScaleX="297508">
        <dgm:presLayoutVars>
          <dgm:bulletEnabled val="1"/>
        </dgm:presLayoutVars>
      </dgm:prSet>
      <dgm:spPr/>
    </dgm:pt>
    <dgm:pt modelId="{404565D3-B82B-44E4-9059-E8E0DD758D62}" type="pres">
      <dgm:prSet presAssocID="{C4E4A515-5159-4BDD-8F30-9D41FE85811A}" presName="Name13" presStyleLbl="parChTrans1D2" presStyleIdx="2" presStyleCnt="10"/>
      <dgm:spPr/>
    </dgm:pt>
    <dgm:pt modelId="{C2E575DA-EC0D-462C-AB0C-0347C52361C0}" type="pres">
      <dgm:prSet presAssocID="{2888A305-F24B-4987-BCE5-C131F298C659}" presName="childText" presStyleLbl="bgAcc1" presStyleIdx="2" presStyleCnt="10" custScaleX="297508">
        <dgm:presLayoutVars>
          <dgm:bulletEnabled val="1"/>
        </dgm:presLayoutVars>
      </dgm:prSet>
      <dgm:spPr/>
    </dgm:pt>
    <dgm:pt modelId="{C345F636-1D5C-4E45-95C3-B9212837B7D8}" type="pres">
      <dgm:prSet presAssocID="{933F75BD-65E5-4EEC-84B5-59EFCB98486B}" presName="Name13" presStyleLbl="parChTrans1D2" presStyleIdx="3" presStyleCnt="10"/>
      <dgm:spPr/>
    </dgm:pt>
    <dgm:pt modelId="{60B2C0A1-D84F-4221-88D9-EBE1BC201DEC}" type="pres">
      <dgm:prSet presAssocID="{2FF5F7F8-1198-4F3B-BBE8-A3752BCA9FF3}" presName="childText" presStyleLbl="bgAcc1" presStyleIdx="3" presStyleCnt="10" custScaleX="333828" custScaleY="320388">
        <dgm:presLayoutVars>
          <dgm:bulletEnabled val="1"/>
        </dgm:presLayoutVars>
      </dgm:prSet>
      <dgm:spPr/>
    </dgm:pt>
    <dgm:pt modelId="{8FABBB4F-2C93-4AD9-BBC9-AE90C4B62029}" type="pres">
      <dgm:prSet presAssocID="{D6EC7F6F-F932-47CA-86CA-75D7132B0967}" presName="root" presStyleCnt="0"/>
      <dgm:spPr/>
    </dgm:pt>
    <dgm:pt modelId="{33AD4DAF-E0DD-4641-BC69-6F36DC8807F0}" type="pres">
      <dgm:prSet presAssocID="{D6EC7F6F-F932-47CA-86CA-75D7132B0967}" presName="rootComposite" presStyleCnt="0"/>
      <dgm:spPr/>
    </dgm:pt>
    <dgm:pt modelId="{3855B926-6863-44ED-8EB2-BCFD4F8A0AD9}" type="pres">
      <dgm:prSet presAssocID="{D6EC7F6F-F932-47CA-86CA-75D7132B0967}" presName="rootText" presStyleLbl="node1" presStyleIdx="1" presStyleCnt="2" custScaleX="481231"/>
      <dgm:spPr/>
    </dgm:pt>
    <dgm:pt modelId="{0E478B90-306D-4059-BD61-A4B5902240AE}" type="pres">
      <dgm:prSet presAssocID="{D6EC7F6F-F932-47CA-86CA-75D7132B0967}" presName="rootConnector" presStyleLbl="node1" presStyleIdx="1" presStyleCnt="2"/>
      <dgm:spPr/>
    </dgm:pt>
    <dgm:pt modelId="{930B997F-1F4D-4253-BFE2-4F6EEDFF5D2D}" type="pres">
      <dgm:prSet presAssocID="{D6EC7F6F-F932-47CA-86CA-75D7132B0967}" presName="childShape" presStyleCnt="0"/>
      <dgm:spPr/>
    </dgm:pt>
    <dgm:pt modelId="{A314E564-65E3-4FB9-B16E-B1C671FF5090}" type="pres">
      <dgm:prSet presAssocID="{F3C08511-A2BF-4086-BD67-C8B81654E2E4}" presName="Name13" presStyleLbl="parChTrans1D2" presStyleIdx="4" presStyleCnt="10"/>
      <dgm:spPr/>
    </dgm:pt>
    <dgm:pt modelId="{794BC611-456B-4014-B118-7CC7405B1C55}" type="pres">
      <dgm:prSet presAssocID="{9EB2C526-8D03-4E1E-9C32-C9A8BB28B589}" presName="childText" presStyleLbl="bgAcc1" presStyleIdx="4" presStyleCnt="10" custScaleX="431230">
        <dgm:presLayoutVars>
          <dgm:bulletEnabled val="1"/>
        </dgm:presLayoutVars>
      </dgm:prSet>
      <dgm:spPr/>
    </dgm:pt>
    <dgm:pt modelId="{78B73786-EDDF-4A38-9552-D5C014ECBE73}" type="pres">
      <dgm:prSet presAssocID="{F20B264E-BFBC-4FBD-B661-FED9B086EEE2}" presName="Name13" presStyleLbl="parChTrans1D2" presStyleIdx="5" presStyleCnt="10"/>
      <dgm:spPr/>
    </dgm:pt>
    <dgm:pt modelId="{9986716D-1578-4E4F-9610-8E75D2B62866}" type="pres">
      <dgm:prSet presAssocID="{72ECD3F8-63F6-4815-B96A-7C5CB1F5310E}" presName="childText" presStyleLbl="bgAcc1" presStyleIdx="5" presStyleCnt="10" custScaleX="431230">
        <dgm:presLayoutVars>
          <dgm:bulletEnabled val="1"/>
        </dgm:presLayoutVars>
      </dgm:prSet>
      <dgm:spPr/>
    </dgm:pt>
    <dgm:pt modelId="{0A1E83E2-93E1-46E0-BC82-B8398E4160A5}" type="pres">
      <dgm:prSet presAssocID="{4DF3E680-5408-42C7-9E43-65ECC5CA815A}" presName="Name13" presStyleLbl="parChTrans1D2" presStyleIdx="6" presStyleCnt="10"/>
      <dgm:spPr/>
    </dgm:pt>
    <dgm:pt modelId="{82A90342-AAC6-40C2-92CD-AC746CFBE371}" type="pres">
      <dgm:prSet presAssocID="{7D4B005E-9212-4A3A-8237-C2B44F7ACFC9}" presName="childText" presStyleLbl="bgAcc1" presStyleIdx="6" presStyleCnt="10" custScaleX="431230">
        <dgm:presLayoutVars>
          <dgm:bulletEnabled val="1"/>
        </dgm:presLayoutVars>
      </dgm:prSet>
      <dgm:spPr/>
    </dgm:pt>
    <dgm:pt modelId="{C8C86C4F-DE5F-4561-AA70-F868BFAE4BCA}" type="pres">
      <dgm:prSet presAssocID="{CE5749C8-19ED-4AC1-88B3-60CFED1E1C15}" presName="Name13" presStyleLbl="parChTrans1D2" presStyleIdx="7" presStyleCnt="10"/>
      <dgm:spPr/>
    </dgm:pt>
    <dgm:pt modelId="{C4F0D6F1-5A11-4CEB-A8E3-A740E00D9711}" type="pres">
      <dgm:prSet presAssocID="{8D72E53E-76F9-4B85-AE78-2AB452EE4A87}" presName="childText" presStyleLbl="bgAcc1" presStyleIdx="7" presStyleCnt="10" custScaleX="431227" custScaleY="81582">
        <dgm:presLayoutVars>
          <dgm:bulletEnabled val="1"/>
        </dgm:presLayoutVars>
      </dgm:prSet>
      <dgm:spPr/>
    </dgm:pt>
    <dgm:pt modelId="{50024D12-6B76-4102-890A-C6AC3F568AAB}" type="pres">
      <dgm:prSet presAssocID="{C1337770-9ACC-43E6-A4F6-41FB9552467B}" presName="Name13" presStyleLbl="parChTrans1D2" presStyleIdx="8" presStyleCnt="10"/>
      <dgm:spPr/>
    </dgm:pt>
    <dgm:pt modelId="{6BC5B698-B48A-41DF-A98F-39EF9A53837A}" type="pres">
      <dgm:prSet presAssocID="{CE9C6728-91F9-4EDE-8C3E-E2FDB2412CA0}" presName="childText" presStyleLbl="bgAcc1" presStyleIdx="8" presStyleCnt="10" custScaleX="431227" custScaleY="132642">
        <dgm:presLayoutVars>
          <dgm:bulletEnabled val="1"/>
        </dgm:presLayoutVars>
      </dgm:prSet>
      <dgm:spPr/>
    </dgm:pt>
    <dgm:pt modelId="{06D260AB-21EC-4BC0-8144-DBE03CBA32E2}" type="pres">
      <dgm:prSet presAssocID="{EE00D50E-B3CD-4845-A0E2-EF7FEFD32A5A}" presName="Name13" presStyleLbl="parChTrans1D2" presStyleIdx="9" presStyleCnt="10"/>
      <dgm:spPr/>
    </dgm:pt>
    <dgm:pt modelId="{C04D5B07-569B-4BFE-91FA-3B06AA2BC5DA}" type="pres">
      <dgm:prSet presAssocID="{469FF461-F510-42E0-8B1D-F6EE80981FDC}" presName="childText" presStyleLbl="bgAcc1" presStyleIdx="9" presStyleCnt="10" custScaleX="511023">
        <dgm:presLayoutVars>
          <dgm:bulletEnabled val="1"/>
        </dgm:presLayoutVars>
      </dgm:prSet>
      <dgm:spPr/>
    </dgm:pt>
  </dgm:ptLst>
  <dgm:cxnLst>
    <dgm:cxn modelId="{F8737A00-53E4-4360-9627-CAD32658A123}" srcId="{D6EC7F6F-F932-47CA-86CA-75D7132B0967}" destId="{7D4B005E-9212-4A3A-8237-C2B44F7ACFC9}" srcOrd="2" destOrd="0" parTransId="{4DF3E680-5408-42C7-9E43-65ECC5CA815A}" sibTransId="{6A8CAF7C-42F3-41BA-8EED-DF0843922A5A}"/>
    <dgm:cxn modelId="{9A85AA06-E674-4178-9B0E-85138E3782FF}" srcId="{4F6E6993-3B51-49B2-A3C3-96E861BF3FD6}" destId="{21E83C8D-C7D4-4DEF-B714-A808E65E6C0E}" srcOrd="1" destOrd="0" parTransId="{F71196A4-8477-4276-A7AF-7B25B93EAC29}" sibTransId="{89E11F24-2937-4D02-BBCD-46183E462205}"/>
    <dgm:cxn modelId="{2F122D09-5B94-485E-B16E-61CBC96B8BE5}" srcId="{4F6E6993-3B51-49B2-A3C3-96E861BF3FD6}" destId="{24419FE9-2B1F-435C-B6FB-E259D011219D}" srcOrd="0" destOrd="0" parTransId="{26E66217-2F08-429C-9CE1-328DFBE1C775}" sibTransId="{7B652B9E-0F5C-4BE6-8B8C-627FFB8E46CE}"/>
    <dgm:cxn modelId="{822FBA0C-7D29-49E2-88CC-9A2F5DF6AB08}" type="presOf" srcId="{C1337770-9ACC-43E6-A4F6-41FB9552467B}" destId="{50024D12-6B76-4102-890A-C6AC3F568AAB}" srcOrd="0" destOrd="0" presId="urn:microsoft.com/office/officeart/2005/8/layout/hierarchy3"/>
    <dgm:cxn modelId="{8051A52A-F80B-4AC7-A8EB-E4D692817B46}" type="presOf" srcId="{933F75BD-65E5-4EEC-84B5-59EFCB98486B}" destId="{C345F636-1D5C-4E45-95C3-B9212837B7D8}" srcOrd="0" destOrd="0" presId="urn:microsoft.com/office/officeart/2005/8/layout/hierarchy3"/>
    <dgm:cxn modelId="{A5E04735-4D95-4FEF-AFCA-4541A0590B6A}" srcId="{D6EC7F6F-F932-47CA-86CA-75D7132B0967}" destId="{469FF461-F510-42E0-8B1D-F6EE80981FDC}" srcOrd="5" destOrd="0" parTransId="{EE00D50E-B3CD-4845-A0E2-EF7FEFD32A5A}" sibTransId="{83ADE25C-6ED2-4FFA-91D4-7958135B2825}"/>
    <dgm:cxn modelId="{74B2BF3E-649E-4208-A426-4DC5561AA8D9}" srcId="{D6EC7F6F-F932-47CA-86CA-75D7132B0967}" destId="{8D72E53E-76F9-4B85-AE78-2AB452EE4A87}" srcOrd="3" destOrd="0" parTransId="{CE5749C8-19ED-4AC1-88B3-60CFED1E1C15}" sibTransId="{357F0115-5A7A-4B5E-AB0C-AC5E0FAC7379}"/>
    <dgm:cxn modelId="{2DE25B3F-0B94-4832-BB56-89FE07F8291C}" type="presOf" srcId="{D6EC7F6F-F932-47CA-86CA-75D7132B0967}" destId="{3855B926-6863-44ED-8EB2-BCFD4F8A0AD9}" srcOrd="0" destOrd="0" presId="urn:microsoft.com/office/officeart/2005/8/layout/hierarchy3"/>
    <dgm:cxn modelId="{1CB32B5F-68FA-421D-AB04-DFF8A84349E2}" type="presOf" srcId="{2FF5F7F8-1198-4F3B-BBE8-A3752BCA9FF3}" destId="{60B2C0A1-D84F-4221-88D9-EBE1BC201DEC}" srcOrd="0" destOrd="0" presId="urn:microsoft.com/office/officeart/2005/8/layout/hierarchy3"/>
    <dgm:cxn modelId="{E4024143-EB26-4980-9BE7-5BAC75F6CDB1}" type="presOf" srcId="{CE9C6728-91F9-4EDE-8C3E-E2FDB2412CA0}" destId="{6BC5B698-B48A-41DF-A98F-39EF9A53837A}" srcOrd="0" destOrd="0" presId="urn:microsoft.com/office/officeart/2005/8/layout/hierarchy3"/>
    <dgm:cxn modelId="{78F9C463-26C0-40AC-B443-6F02332BAF42}" srcId="{D6EC7F6F-F932-47CA-86CA-75D7132B0967}" destId="{72ECD3F8-63F6-4815-B96A-7C5CB1F5310E}" srcOrd="1" destOrd="0" parTransId="{F20B264E-BFBC-4FBD-B661-FED9B086EEE2}" sibTransId="{F47E9ACD-8149-4B37-BEA2-285FF44DA2FA}"/>
    <dgm:cxn modelId="{FEAD2145-C79C-4F68-B6A1-EAB078628535}" srcId="{4F6E6993-3B51-49B2-A3C3-96E861BF3FD6}" destId="{2888A305-F24B-4987-BCE5-C131F298C659}" srcOrd="2" destOrd="0" parTransId="{C4E4A515-5159-4BDD-8F30-9D41FE85811A}" sibTransId="{027E708B-78E7-4819-9053-8A959D2D2AD3}"/>
    <dgm:cxn modelId="{48F32F49-A084-4A1D-BE8D-2F1B8F4443B8}" type="presOf" srcId="{2888A305-F24B-4987-BCE5-C131F298C659}" destId="{C2E575DA-EC0D-462C-AB0C-0347C52361C0}" srcOrd="0" destOrd="0" presId="urn:microsoft.com/office/officeart/2005/8/layout/hierarchy3"/>
    <dgm:cxn modelId="{B4314169-CE21-4D9C-AADA-B79440DF478C}" type="presOf" srcId="{7D4B005E-9212-4A3A-8237-C2B44F7ACFC9}" destId="{82A90342-AAC6-40C2-92CD-AC746CFBE371}" srcOrd="0" destOrd="0" presId="urn:microsoft.com/office/officeart/2005/8/layout/hierarchy3"/>
    <dgm:cxn modelId="{40748A6C-205D-4F87-A03B-82F83567FB3F}" type="presOf" srcId="{D6EC7F6F-F932-47CA-86CA-75D7132B0967}" destId="{0E478B90-306D-4059-BD61-A4B5902240AE}" srcOrd="1" destOrd="0" presId="urn:microsoft.com/office/officeart/2005/8/layout/hierarchy3"/>
    <dgm:cxn modelId="{2DF7A673-0996-41CB-8F2D-3D2C26F3714F}" type="presOf" srcId="{C4E4A515-5159-4BDD-8F30-9D41FE85811A}" destId="{404565D3-B82B-44E4-9059-E8E0DD758D62}" srcOrd="0" destOrd="0" presId="urn:microsoft.com/office/officeart/2005/8/layout/hierarchy3"/>
    <dgm:cxn modelId="{A957BE77-0058-4E2A-8F41-0CB6469C9779}" type="presOf" srcId="{F71196A4-8477-4276-A7AF-7B25B93EAC29}" destId="{A68401F7-69B6-4E90-A3A3-97168066AF27}" srcOrd="0" destOrd="0" presId="urn:microsoft.com/office/officeart/2005/8/layout/hierarchy3"/>
    <dgm:cxn modelId="{4E907659-7579-4088-AA14-A88CD2B7D244}" type="presOf" srcId="{4F6E6993-3B51-49B2-A3C3-96E861BF3FD6}" destId="{E02229F8-C7C1-439A-8FA7-EB28173D3134}" srcOrd="0" destOrd="0" presId="urn:microsoft.com/office/officeart/2005/8/layout/hierarchy3"/>
    <dgm:cxn modelId="{56430780-2BE9-435A-BB63-368CD4897085}" type="presOf" srcId="{26E66217-2F08-429C-9CE1-328DFBE1C775}" destId="{C9908031-BD6F-4897-8C6A-024792E6FB3E}" srcOrd="0" destOrd="0" presId="urn:microsoft.com/office/officeart/2005/8/layout/hierarchy3"/>
    <dgm:cxn modelId="{29D19286-6465-4D8D-A39F-53ECC37739D2}" type="presOf" srcId="{21E83C8D-C7D4-4DEF-B714-A808E65E6C0E}" destId="{4CC62306-A889-42C8-89ED-A0ADEF99C093}" srcOrd="0" destOrd="0" presId="urn:microsoft.com/office/officeart/2005/8/layout/hierarchy3"/>
    <dgm:cxn modelId="{482B1090-F28C-49A5-AA2B-D89C8BB09F35}" srcId="{D6EC7F6F-F932-47CA-86CA-75D7132B0967}" destId="{CE9C6728-91F9-4EDE-8C3E-E2FDB2412CA0}" srcOrd="4" destOrd="0" parTransId="{C1337770-9ACC-43E6-A4F6-41FB9552467B}" sibTransId="{6FA2085F-37E1-4058-B0F3-408DF82CA8F6}"/>
    <dgm:cxn modelId="{FA5AE192-D18A-4CBB-8FF0-E376B5BE94B2}" type="presOf" srcId="{72ECD3F8-63F6-4815-B96A-7C5CB1F5310E}" destId="{9986716D-1578-4E4F-9610-8E75D2B62866}" srcOrd="0" destOrd="0" presId="urn:microsoft.com/office/officeart/2005/8/layout/hierarchy3"/>
    <dgm:cxn modelId="{87590C95-D98B-411B-85A0-8281A5D13494}" srcId="{727ECDFB-355A-4AEB-84BD-85C06D11FA92}" destId="{D6EC7F6F-F932-47CA-86CA-75D7132B0967}" srcOrd="1" destOrd="0" parTransId="{E2481307-5E13-46E5-A202-F9717BEA1BDA}" sibTransId="{A1D1836C-EA3E-4402-BA9E-824DAD88F51A}"/>
    <dgm:cxn modelId="{BE67BBA0-CA18-4891-B07B-63EEDEEB2258}" type="presOf" srcId="{EE00D50E-B3CD-4845-A0E2-EF7FEFD32A5A}" destId="{06D260AB-21EC-4BC0-8144-DBE03CBA32E2}" srcOrd="0" destOrd="0" presId="urn:microsoft.com/office/officeart/2005/8/layout/hierarchy3"/>
    <dgm:cxn modelId="{4F7B6EA2-D744-4955-B188-47D4AC3B35A4}" type="presOf" srcId="{8D72E53E-76F9-4B85-AE78-2AB452EE4A87}" destId="{C4F0D6F1-5A11-4CEB-A8E3-A740E00D9711}" srcOrd="0" destOrd="0" presId="urn:microsoft.com/office/officeart/2005/8/layout/hierarchy3"/>
    <dgm:cxn modelId="{00D354A6-44DF-4E86-83B9-B2B8F50C979A}" type="presOf" srcId="{CE5749C8-19ED-4AC1-88B3-60CFED1E1C15}" destId="{C8C86C4F-DE5F-4561-AA70-F868BFAE4BCA}" srcOrd="0" destOrd="0" presId="urn:microsoft.com/office/officeart/2005/8/layout/hierarchy3"/>
    <dgm:cxn modelId="{A1230CAA-4BA6-418E-9198-25BADB9E4B59}" type="presOf" srcId="{9EB2C526-8D03-4E1E-9C32-C9A8BB28B589}" destId="{794BC611-456B-4014-B118-7CC7405B1C55}" srcOrd="0" destOrd="0" presId="urn:microsoft.com/office/officeart/2005/8/layout/hierarchy3"/>
    <dgm:cxn modelId="{2A0913B1-F7D4-45D1-B599-FF9B2D4B833F}" type="presOf" srcId="{469FF461-F510-42E0-8B1D-F6EE80981FDC}" destId="{C04D5B07-569B-4BFE-91FA-3B06AA2BC5DA}" srcOrd="0" destOrd="0" presId="urn:microsoft.com/office/officeart/2005/8/layout/hierarchy3"/>
    <dgm:cxn modelId="{9225E4B2-7E08-4900-8CA5-E216125877C7}" type="presOf" srcId="{24419FE9-2B1F-435C-B6FB-E259D011219D}" destId="{62B9D979-BDDE-4B05-A42A-0D99D9C99167}" srcOrd="0" destOrd="0" presId="urn:microsoft.com/office/officeart/2005/8/layout/hierarchy3"/>
    <dgm:cxn modelId="{D64B0AB3-951D-422E-AB18-F9E552FFCE75}" type="presOf" srcId="{727ECDFB-355A-4AEB-84BD-85C06D11FA92}" destId="{C04BB6E8-3912-4BBB-9E12-33F5291B31A2}" srcOrd="0" destOrd="0" presId="urn:microsoft.com/office/officeart/2005/8/layout/hierarchy3"/>
    <dgm:cxn modelId="{CD4AA9B7-8141-4964-AE62-81AB991202F7}" srcId="{D6EC7F6F-F932-47CA-86CA-75D7132B0967}" destId="{9EB2C526-8D03-4E1E-9C32-C9A8BB28B589}" srcOrd="0" destOrd="0" parTransId="{F3C08511-A2BF-4086-BD67-C8B81654E2E4}" sibTransId="{0B565E92-3B38-48D4-AC09-9B16ECA3E0EE}"/>
    <dgm:cxn modelId="{09E519C1-060F-43D6-9C99-60757EC1465E}" type="presOf" srcId="{F20B264E-BFBC-4FBD-B661-FED9B086EEE2}" destId="{78B73786-EDDF-4A38-9552-D5C014ECBE73}" srcOrd="0" destOrd="0" presId="urn:microsoft.com/office/officeart/2005/8/layout/hierarchy3"/>
    <dgm:cxn modelId="{5D9BEBC4-0F1E-48C4-9C94-1ADB4B5AB46F}" type="presOf" srcId="{4DF3E680-5408-42C7-9E43-65ECC5CA815A}" destId="{0A1E83E2-93E1-46E0-BC82-B8398E4160A5}" srcOrd="0" destOrd="0" presId="urn:microsoft.com/office/officeart/2005/8/layout/hierarchy3"/>
    <dgm:cxn modelId="{5738F8CD-AA99-4657-A78D-ED1357DE7A00}" srcId="{4F6E6993-3B51-49B2-A3C3-96E861BF3FD6}" destId="{2FF5F7F8-1198-4F3B-BBE8-A3752BCA9FF3}" srcOrd="3" destOrd="0" parTransId="{933F75BD-65E5-4EEC-84B5-59EFCB98486B}" sibTransId="{EBC2A30E-5A80-45EF-AF77-9A41DBDB940B}"/>
    <dgm:cxn modelId="{20574AD2-97EF-4443-8CEF-065BA484F7E6}" type="presOf" srcId="{4F6E6993-3B51-49B2-A3C3-96E861BF3FD6}" destId="{4100C5EE-4B1F-47FF-AE9E-720B606CFA6D}" srcOrd="1" destOrd="0" presId="urn:microsoft.com/office/officeart/2005/8/layout/hierarchy3"/>
    <dgm:cxn modelId="{FDD119D7-7AA6-440E-BFD0-7EA79D6D1741}" type="presOf" srcId="{F3C08511-A2BF-4086-BD67-C8B81654E2E4}" destId="{A314E564-65E3-4FB9-B16E-B1C671FF5090}" srcOrd="0" destOrd="0" presId="urn:microsoft.com/office/officeart/2005/8/layout/hierarchy3"/>
    <dgm:cxn modelId="{E4B26ADA-554D-42FC-8D42-D645DAAE18CD}" srcId="{727ECDFB-355A-4AEB-84BD-85C06D11FA92}" destId="{4F6E6993-3B51-49B2-A3C3-96E861BF3FD6}" srcOrd="0" destOrd="0" parTransId="{D09A34F2-5A3C-4307-A514-DA41A83CF966}" sibTransId="{66FC669D-151A-4821-9CCB-205A10B0BF3B}"/>
    <dgm:cxn modelId="{D11A2E80-0B4D-4DDD-AE33-C03AE426E0F0}" type="presParOf" srcId="{C04BB6E8-3912-4BBB-9E12-33F5291B31A2}" destId="{9BDE610D-81CC-4163-878C-0C3974699276}" srcOrd="0" destOrd="0" presId="urn:microsoft.com/office/officeart/2005/8/layout/hierarchy3"/>
    <dgm:cxn modelId="{0090316B-D07A-4E11-BCE2-ED61C4A94B37}" type="presParOf" srcId="{9BDE610D-81CC-4163-878C-0C3974699276}" destId="{EDC2F531-8866-489F-9447-978E462BA5B3}" srcOrd="0" destOrd="0" presId="urn:microsoft.com/office/officeart/2005/8/layout/hierarchy3"/>
    <dgm:cxn modelId="{F208EC48-D9E6-4DA8-BCC6-4A9F168F296D}" type="presParOf" srcId="{EDC2F531-8866-489F-9447-978E462BA5B3}" destId="{E02229F8-C7C1-439A-8FA7-EB28173D3134}" srcOrd="0" destOrd="0" presId="urn:microsoft.com/office/officeart/2005/8/layout/hierarchy3"/>
    <dgm:cxn modelId="{8B8DF704-59F0-47A3-B9C5-EBF92F3D5ABB}" type="presParOf" srcId="{EDC2F531-8866-489F-9447-978E462BA5B3}" destId="{4100C5EE-4B1F-47FF-AE9E-720B606CFA6D}" srcOrd="1" destOrd="0" presId="urn:microsoft.com/office/officeart/2005/8/layout/hierarchy3"/>
    <dgm:cxn modelId="{C2DAAFF3-5BF1-42EA-8BF9-A862C0D41215}" type="presParOf" srcId="{9BDE610D-81CC-4163-878C-0C3974699276}" destId="{454E81ED-24CF-412E-B28C-7F55C84A9D62}" srcOrd="1" destOrd="0" presId="urn:microsoft.com/office/officeart/2005/8/layout/hierarchy3"/>
    <dgm:cxn modelId="{E601051E-6FDB-4151-B88B-9E84B38D5727}" type="presParOf" srcId="{454E81ED-24CF-412E-B28C-7F55C84A9D62}" destId="{C9908031-BD6F-4897-8C6A-024792E6FB3E}" srcOrd="0" destOrd="0" presId="urn:microsoft.com/office/officeart/2005/8/layout/hierarchy3"/>
    <dgm:cxn modelId="{BC2BA464-B12D-4454-8BA9-171362D6DD2B}" type="presParOf" srcId="{454E81ED-24CF-412E-B28C-7F55C84A9D62}" destId="{62B9D979-BDDE-4B05-A42A-0D99D9C99167}" srcOrd="1" destOrd="0" presId="urn:microsoft.com/office/officeart/2005/8/layout/hierarchy3"/>
    <dgm:cxn modelId="{6E94C3A2-CD02-4A0C-AFE9-15C9D71AF60D}" type="presParOf" srcId="{454E81ED-24CF-412E-B28C-7F55C84A9D62}" destId="{A68401F7-69B6-4E90-A3A3-97168066AF27}" srcOrd="2" destOrd="0" presId="urn:microsoft.com/office/officeart/2005/8/layout/hierarchy3"/>
    <dgm:cxn modelId="{9CDD2F5C-6E7B-4015-8BDC-BE30AB7C89E9}" type="presParOf" srcId="{454E81ED-24CF-412E-B28C-7F55C84A9D62}" destId="{4CC62306-A889-42C8-89ED-A0ADEF99C093}" srcOrd="3" destOrd="0" presId="urn:microsoft.com/office/officeart/2005/8/layout/hierarchy3"/>
    <dgm:cxn modelId="{ED781F77-C980-422E-85B0-BD0760CFB9B4}" type="presParOf" srcId="{454E81ED-24CF-412E-B28C-7F55C84A9D62}" destId="{404565D3-B82B-44E4-9059-E8E0DD758D62}" srcOrd="4" destOrd="0" presId="urn:microsoft.com/office/officeart/2005/8/layout/hierarchy3"/>
    <dgm:cxn modelId="{CDFFBEAD-22C1-4EC9-BDBA-FB645F2C6748}" type="presParOf" srcId="{454E81ED-24CF-412E-B28C-7F55C84A9D62}" destId="{C2E575DA-EC0D-462C-AB0C-0347C52361C0}" srcOrd="5" destOrd="0" presId="urn:microsoft.com/office/officeart/2005/8/layout/hierarchy3"/>
    <dgm:cxn modelId="{154DADD4-1D44-4C64-A959-7B418EF85723}" type="presParOf" srcId="{454E81ED-24CF-412E-B28C-7F55C84A9D62}" destId="{C345F636-1D5C-4E45-95C3-B9212837B7D8}" srcOrd="6" destOrd="0" presId="urn:microsoft.com/office/officeart/2005/8/layout/hierarchy3"/>
    <dgm:cxn modelId="{38532C30-17A6-460F-87D6-AF41AB268748}" type="presParOf" srcId="{454E81ED-24CF-412E-B28C-7F55C84A9D62}" destId="{60B2C0A1-D84F-4221-88D9-EBE1BC201DEC}" srcOrd="7" destOrd="0" presId="urn:microsoft.com/office/officeart/2005/8/layout/hierarchy3"/>
    <dgm:cxn modelId="{6D888DCB-A974-48D0-B821-88FC5E7D91B9}" type="presParOf" srcId="{C04BB6E8-3912-4BBB-9E12-33F5291B31A2}" destId="{8FABBB4F-2C93-4AD9-BBC9-AE90C4B62029}" srcOrd="1" destOrd="0" presId="urn:microsoft.com/office/officeart/2005/8/layout/hierarchy3"/>
    <dgm:cxn modelId="{7720D622-6B1E-4E23-8872-678B5281ABB2}" type="presParOf" srcId="{8FABBB4F-2C93-4AD9-BBC9-AE90C4B62029}" destId="{33AD4DAF-E0DD-4641-BC69-6F36DC8807F0}" srcOrd="0" destOrd="0" presId="urn:microsoft.com/office/officeart/2005/8/layout/hierarchy3"/>
    <dgm:cxn modelId="{EE35DD00-9567-414B-B768-0757923054E9}" type="presParOf" srcId="{33AD4DAF-E0DD-4641-BC69-6F36DC8807F0}" destId="{3855B926-6863-44ED-8EB2-BCFD4F8A0AD9}" srcOrd="0" destOrd="0" presId="urn:microsoft.com/office/officeart/2005/8/layout/hierarchy3"/>
    <dgm:cxn modelId="{8B8E50A0-F293-456D-9EE0-CC4230475193}" type="presParOf" srcId="{33AD4DAF-E0DD-4641-BC69-6F36DC8807F0}" destId="{0E478B90-306D-4059-BD61-A4B5902240AE}" srcOrd="1" destOrd="0" presId="urn:microsoft.com/office/officeart/2005/8/layout/hierarchy3"/>
    <dgm:cxn modelId="{BC251612-EE2C-46C4-B251-951E3313487E}" type="presParOf" srcId="{8FABBB4F-2C93-4AD9-BBC9-AE90C4B62029}" destId="{930B997F-1F4D-4253-BFE2-4F6EEDFF5D2D}" srcOrd="1" destOrd="0" presId="urn:microsoft.com/office/officeart/2005/8/layout/hierarchy3"/>
    <dgm:cxn modelId="{44C80EFA-8A4F-4153-8867-36336F989B04}" type="presParOf" srcId="{930B997F-1F4D-4253-BFE2-4F6EEDFF5D2D}" destId="{A314E564-65E3-4FB9-B16E-B1C671FF5090}" srcOrd="0" destOrd="0" presId="urn:microsoft.com/office/officeart/2005/8/layout/hierarchy3"/>
    <dgm:cxn modelId="{C2981781-E881-43BB-BE82-BB1BDF06F94B}" type="presParOf" srcId="{930B997F-1F4D-4253-BFE2-4F6EEDFF5D2D}" destId="{794BC611-456B-4014-B118-7CC7405B1C55}" srcOrd="1" destOrd="0" presId="urn:microsoft.com/office/officeart/2005/8/layout/hierarchy3"/>
    <dgm:cxn modelId="{5FD93C5D-D9FC-44EA-8755-B4262170CBB3}" type="presParOf" srcId="{930B997F-1F4D-4253-BFE2-4F6EEDFF5D2D}" destId="{78B73786-EDDF-4A38-9552-D5C014ECBE73}" srcOrd="2" destOrd="0" presId="urn:microsoft.com/office/officeart/2005/8/layout/hierarchy3"/>
    <dgm:cxn modelId="{9FDE4D6E-E112-479A-AA2A-E23D2B6EFC10}" type="presParOf" srcId="{930B997F-1F4D-4253-BFE2-4F6EEDFF5D2D}" destId="{9986716D-1578-4E4F-9610-8E75D2B62866}" srcOrd="3" destOrd="0" presId="urn:microsoft.com/office/officeart/2005/8/layout/hierarchy3"/>
    <dgm:cxn modelId="{9AD069AA-3F8B-46A1-8970-768863E1026B}" type="presParOf" srcId="{930B997F-1F4D-4253-BFE2-4F6EEDFF5D2D}" destId="{0A1E83E2-93E1-46E0-BC82-B8398E4160A5}" srcOrd="4" destOrd="0" presId="urn:microsoft.com/office/officeart/2005/8/layout/hierarchy3"/>
    <dgm:cxn modelId="{4DB84028-4B41-4100-83A1-2EC443A5E016}" type="presParOf" srcId="{930B997F-1F4D-4253-BFE2-4F6EEDFF5D2D}" destId="{82A90342-AAC6-40C2-92CD-AC746CFBE371}" srcOrd="5" destOrd="0" presId="urn:microsoft.com/office/officeart/2005/8/layout/hierarchy3"/>
    <dgm:cxn modelId="{2A7EB485-421A-4801-A482-39A5AF08FDB5}" type="presParOf" srcId="{930B997F-1F4D-4253-BFE2-4F6EEDFF5D2D}" destId="{C8C86C4F-DE5F-4561-AA70-F868BFAE4BCA}" srcOrd="6" destOrd="0" presId="urn:microsoft.com/office/officeart/2005/8/layout/hierarchy3"/>
    <dgm:cxn modelId="{D721F6EE-4C3D-49A2-9C29-116415F9FC43}" type="presParOf" srcId="{930B997F-1F4D-4253-BFE2-4F6EEDFF5D2D}" destId="{C4F0D6F1-5A11-4CEB-A8E3-A740E00D9711}" srcOrd="7" destOrd="0" presId="urn:microsoft.com/office/officeart/2005/8/layout/hierarchy3"/>
    <dgm:cxn modelId="{21C91F8A-193F-45D3-BD46-63D6294BF59A}" type="presParOf" srcId="{930B997F-1F4D-4253-BFE2-4F6EEDFF5D2D}" destId="{50024D12-6B76-4102-890A-C6AC3F568AAB}" srcOrd="8" destOrd="0" presId="urn:microsoft.com/office/officeart/2005/8/layout/hierarchy3"/>
    <dgm:cxn modelId="{2542AA55-7263-44A4-A617-0688BD72865E}" type="presParOf" srcId="{930B997F-1F4D-4253-BFE2-4F6EEDFF5D2D}" destId="{6BC5B698-B48A-41DF-A98F-39EF9A53837A}" srcOrd="9" destOrd="0" presId="urn:microsoft.com/office/officeart/2005/8/layout/hierarchy3"/>
    <dgm:cxn modelId="{ACAA948C-6962-4DDC-85AF-FDD4B1B82377}" type="presParOf" srcId="{930B997F-1F4D-4253-BFE2-4F6EEDFF5D2D}" destId="{06D260AB-21EC-4BC0-8144-DBE03CBA32E2}" srcOrd="10" destOrd="0" presId="urn:microsoft.com/office/officeart/2005/8/layout/hierarchy3"/>
    <dgm:cxn modelId="{86B2BE4D-FA87-4F5F-BAB7-4F3C443C83E0}" type="presParOf" srcId="{930B997F-1F4D-4253-BFE2-4F6EEDFF5D2D}" destId="{C04D5B07-569B-4BFE-91FA-3B06AA2BC5DA}" srcOrd="11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510CD1-0AB0-4452-BA1C-1BA35FFA9F7E}" type="doc">
      <dgm:prSet loTypeId="urn:microsoft.com/office/officeart/2008/layout/HorizontalMultiLevelHierarchy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C83E041F-C230-424E-8A1B-B134A62879C3}">
      <dgm:prSet phldrT="[文本]" custT="1"/>
      <dgm:spPr/>
      <dgm:t>
        <a:bodyPr/>
        <a:lstStyle/>
        <a:p>
          <a:r>
            <a:rPr lang="en-US" altLang="zh-CN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宋体" panose="02010600030101010101" pitchFamily="2" charset="-122"/>
              <a:cs typeface="+mn-cs"/>
            </a:rPr>
            <a:t>Principles of the trading system</a:t>
          </a:r>
          <a:endParaRPr lang="zh-CN" alt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宋体" panose="02010600030101010101" pitchFamily="2" charset="-122"/>
            <a:cs typeface="+mn-cs"/>
          </a:endParaRPr>
        </a:p>
      </dgm:t>
    </dgm:pt>
    <dgm:pt modelId="{49E481B8-65C7-4CED-B7C6-8D4FFE0DE5C7}" type="parTrans" cxnId="{F30B4CFD-515C-4C1E-95E7-8C07FD1E2EA0}">
      <dgm:prSet/>
      <dgm:spPr/>
      <dgm:t>
        <a:bodyPr/>
        <a:lstStyle/>
        <a:p>
          <a:endParaRPr lang="zh-CN" altLang="en-US"/>
        </a:p>
      </dgm:t>
    </dgm:pt>
    <dgm:pt modelId="{2AD1A4AB-7649-4438-8ED4-CCCD05103A2D}" type="sibTrans" cxnId="{F30B4CFD-515C-4C1E-95E7-8C07FD1E2EA0}">
      <dgm:prSet/>
      <dgm:spPr/>
      <dgm:t>
        <a:bodyPr/>
        <a:lstStyle/>
        <a:p>
          <a:endParaRPr lang="zh-CN" altLang="en-US"/>
        </a:p>
      </dgm:t>
    </dgm:pt>
    <dgm:pt modelId="{FFFF59CF-DAD0-4B9C-ABC2-7AEA77B02F48}">
      <dgm:prSet phldrT="[文本]" custT="1"/>
      <dgm:spPr/>
      <dgm:t>
        <a:bodyPr/>
        <a:lstStyle/>
        <a:p>
          <a:pPr>
            <a:spcAft>
              <a:spcPts val="0"/>
            </a:spcAft>
          </a:pPr>
          <a:r>
            <a:rPr lang="en-US" altLang="zh-CN" sz="2600" dirty="0"/>
            <a:t>Trade without discrimination </a:t>
          </a:r>
        </a:p>
        <a:p>
          <a:pPr>
            <a:spcAft>
              <a:spcPts val="0"/>
            </a:spcAft>
          </a:pPr>
          <a:r>
            <a:rPr lang="en-US" altLang="zh-CN" sz="2600" dirty="0"/>
            <a:t>(MFN &amp; national treatment)</a:t>
          </a:r>
          <a:endParaRPr lang="zh-CN" altLang="en-US" sz="260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ADA0B48A-C045-4F7F-8B87-14EB01905779}" type="parTrans" cxnId="{4DDBA14A-8F89-4D62-AE75-79FFFC843057}">
      <dgm:prSet/>
      <dgm:spPr/>
      <dgm:t>
        <a:bodyPr/>
        <a:lstStyle/>
        <a:p>
          <a:endParaRPr lang="zh-CN" altLang="en-US"/>
        </a:p>
      </dgm:t>
    </dgm:pt>
    <dgm:pt modelId="{1C5A0F88-7366-4A5E-9434-2EDFB0DF44B9}" type="sibTrans" cxnId="{4DDBA14A-8F89-4D62-AE75-79FFFC843057}">
      <dgm:prSet/>
      <dgm:spPr/>
      <dgm:t>
        <a:bodyPr/>
        <a:lstStyle/>
        <a:p>
          <a:endParaRPr lang="zh-CN" altLang="en-US"/>
        </a:p>
      </dgm:t>
    </dgm:pt>
    <dgm:pt modelId="{6F58BBEB-689A-4D83-B104-21ADE5A5F8E0}">
      <dgm:prSet phldrT="[文本]" custT="1"/>
      <dgm:spPr/>
      <dgm:t>
        <a:bodyPr/>
        <a:lstStyle/>
        <a:p>
          <a:r>
            <a:rPr lang="en-US" altLang="zh-CN" sz="2600" dirty="0"/>
            <a:t>Freer trade: gradually, through negotiation</a:t>
          </a:r>
          <a:endParaRPr lang="zh-CN" altLang="en-US" sz="2600" dirty="0"/>
        </a:p>
      </dgm:t>
    </dgm:pt>
    <dgm:pt modelId="{4AB97EC4-92A6-4A45-B914-3E9703D4C659}" type="parTrans" cxnId="{0A6A52E6-F02A-4888-93F1-F8A473A946C5}">
      <dgm:prSet/>
      <dgm:spPr/>
      <dgm:t>
        <a:bodyPr/>
        <a:lstStyle/>
        <a:p>
          <a:endParaRPr lang="zh-CN" altLang="en-US"/>
        </a:p>
      </dgm:t>
    </dgm:pt>
    <dgm:pt modelId="{3641F335-E08E-4455-ACDE-9D6C38F3DB82}" type="sibTrans" cxnId="{0A6A52E6-F02A-4888-93F1-F8A473A946C5}">
      <dgm:prSet/>
      <dgm:spPr/>
      <dgm:t>
        <a:bodyPr/>
        <a:lstStyle/>
        <a:p>
          <a:endParaRPr lang="zh-CN" altLang="en-US"/>
        </a:p>
      </dgm:t>
    </dgm:pt>
    <dgm:pt modelId="{80361ADC-41DD-48BA-B153-E71A43A3531E}">
      <dgm:prSet phldrT="[文本]" custT="1"/>
      <dgm:spPr/>
      <dgm:t>
        <a:bodyPr/>
        <a:lstStyle/>
        <a:p>
          <a:pPr>
            <a:spcAft>
              <a:spcPts val="0"/>
            </a:spcAft>
          </a:pPr>
          <a:r>
            <a:rPr lang="en-US" altLang="zh-CN" sz="2600" dirty="0"/>
            <a:t>Predictability: </a:t>
          </a:r>
        </a:p>
        <a:p>
          <a:pPr>
            <a:spcAft>
              <a:spcPts val="0"/>
            </a:spcAft>
          </a:pPr>
          <a:r>
            <a:rPr lang="en-US" altLang="zh-CN" sz="2600" dirty="0"/>
            <a:t>through binding &amp; transparency</a:t>
          </a:r>
          <a:endParaRPr lang="zh-CN" altLang="en-US" sz="260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AE0EEFC0-3F95-4D43-AAF3-FD8A08675716}" type="parTrans" cxnId="{BA143D0D-43BC-4E4F-8E48-FEECBBE04867}">
      <dgm:prSet/>
      <dgm:spPr/>
      <dgm:t>
        <a:bodyPr/>
        <a:lstStyle/>
        <a:p>
          <a:endParaRPr lang="zh-CN" altLang="en-US"/>
        </a:p>
      </dgm:t>
    </dgm:pt>
    <dgm:pt modelId="{ED2614B4-1897-4BC9-BDE5-2D6931DB4839}" type="sibTrans" cxnId="{BA143D0D-43BC-4E4F-8E48-FEECBBE04867}">
      <dgm:prSet/>
      <dgm:spPr/>
      <dgm:t>
        <a:bodyPr/>
        <a:lstStyle/>
        <a:p>
          <a:endParaRPr lang="zh-CN" altLang="en-US"/>
        </a:p>
      </dgm:t>
    </dgm:pt>
    <dgm:pt modelId="{0914C489-034C-4087-997F-275E53C7DF6E}">
      <dgm:prSet custT="1"/>
      <dgm:spPr/>
      <dgm:t>
        <a:bodyPr/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宋体" panose="02010600030101010101" pitchFamily="2" charset="-122"/>
              <a:cs typeface="+mn-cs"/>
            </a:rPr>
            <a:t>Promoting fair competition</a:t>
          </a:r>
          <a:endParaRPr lang="zh-CN" alt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宋体" panose="02010600030101010101" pitchFamily="2" charset="-122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BCED512E-C655-4A63-8722-6A03B9800A01}" type="parTrans" cxnId="{54BD8D34-FA9C-45E4-A1E4-73F614DE6157}">
      <dgm:prSet/>
      <dgm:spPr/>
      <dgm:t>
        <a:bodyPr/>
        <a:lstStyle/>
        <a:p>
          <a:endParaRPr lang="zh-CN" altLang="en-US"/>
        </a:p>
      </dgm:t>
    </dgm:pt>
    <dgm:pt modelId="{614F4169-34B4-4577-A550-6198D986527C}" type="sibTrans" cxnId="{54BD8D34-FA9C-45E4-A1E4-73F614DE6157}">
      <dgm:prSet/>
      <dgm:spPr/>
      <dgm:t>
        <a:bodyPr/>
        <a:lstStyle/>
        <a:p>
          <a:endParaRPr lang="zh-CN" altLang="en-US"/>
        </a:p>
      </dgm:t>
    </dgm:pt>
    <dgm:pt modelId="{E4CB98C5-BC97-4328-9A27-9FC7A9FE1078}">
      <dgm:prSet custT="1"/>
      <dgm:spPr/>
      <dgm:t>
        <a:bodyPr/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宋体" panose="02010600030101010101" pitchFamily="2" charset="-122"/>
              <a:cs typeface="+mn-cs"/>
            </a:rPr>
            <a:t>Encouraging development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宋体" panose="02010600030101010101" pitchFamily="2" charset="-122"/>
              <a:cs typeface="+mn-cs"/>
            </a:rPr>
            <a:t>&amp; economic reform</a:t>
          </a:r>
          <a:endParaRPr lang="zh-CN" alt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宋体" panose="02010600030101010101" pitchFamily="2" charset="-122"/>
            <a:cs typeface="+mn-cs"/>
          </a:endParaRPr>
        </a:p>
      </dgm:t>
    </dgm:pt>
    <dgm:pt modelId="{5ED8A247-B29B-4083-81AD-AB4F37CD2678}" type="parTrans" cxnId="{2BA59844-4142-46BA-9289-7E93BDE0DFA0}">
      <dgm:prSet/>
      <dgm:spPr/>
      <dgm:t>
        <a:bodyPr/>
        <a:lstStyle/>
        <a:p>
          <a:endParaRPr lang="zh-CN" altLang="en-US"/>
        </a:p>
      </dgm:t>
    </dgm:pt>
    <dgm:pt modelId="{8A4FC780-F83A-4A10-B348-2DD15135C65B}" type="sibTrans" cxnId="{2BA59844-4142-46BA-9289-7E93BDE0DFA0}">
      <dgm:prSet/>
      <dgm:spPr/>
      <dgm:t>
        <a:bodyPr/>
        <a:lstStyle/>
        <a:p>
          <a:endParaRPr lang="zh-CN" altLang="en-US"/>
        </a:p>
      </dgm:t>
    </dgm:pt>
    <dgm:pt modelId="{7D69B956-D928-46A1-BA79-1DBB54080305}" type="pres">
      <dgm:prSet presAssocID="{4E510CD1-0AB0-4452-BA1C-1BA35FFA9F7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61B8D96-205D-4ECA-BBE9-0F31A60440C5}" type="pres">
      <dgm:prSet presAssocID="{C83E041F-C230-424E-8A1B-B134A62879C3}" presName="root1" presStyleCnt="0"/>
      <dgm:spPr/>
    </dgm:pt>
    <dgm:pt modelId="{F23FFAE6-F1A1-4C07-9027-A62DA12EE289}" type="pres">
      <dgm:prSet presAssocID="{C83E041F-C230-424E-8A1B-B134A62879C3}" presName="LevelOneTextNode" presStyleLbl="node0" presStyleIdx="0" presStyleCnt="1" custScaleX="122871">
        <dgm:presLayoutVars>
          <dgm:chPref val="3"/>
        </dgm:presLayoutVars>
      </dgm:prSet>
      <dgm:spPr/>
    </dgm:pt>
    <dgm:pt modelId="{B339136B-7D4D-441C-B47B-311789B326E6}" type="pres">
      <dgm:prSet presAssocID="{C83E041F-C230-424E-8A1B-B134A62879C3}" presName="level2hierChild" presStyleCnt="0"/>
      <dgm:spPr/>
    </dgm:pt>
    <dgm:pt modelId="{0C2B9FE7-1DDB-4A67-A86B-E5289BBBBD54}" type="pres">
      <dgm:prSet presAssocID="{ADA0B48A-C045-4F7F-8B87-14EB01905779}" presName="conn2-1" presStyleLbl="parChTrans1D2" presStyleIdx="0" presStyleCnt="5"/>
      <dgm:spPr/>
    </dgm:pt>
    <dgm:pt modelId="{D5AEAA25-178C-429C-8950-52C8F7C19BEC}" type="pres">
      <dgm:prSet presAssocID="{ADA0B48A-C045-4F7F-8B87-14EB01905779}" presName="connTx" presStyleLbl="parChTrans1D2" presStyleIdx="0" presStyleCnt="5"/>
      <dgm:spPr/>
    </dgm:pt>
    <dgm:pt modelId="{2CBAC8F5-F46F-48E8-B992-88FFFF08CF2F}" type="pres">
      <dgm:prSet presAssocID="{FFFF59CF-DAD0-4B9C-ABC2-7AEA77B02F48}" presName="root2" presStyleCnt="0"/>
      <dgm:spPr/>
    </dgm:pt>
    <dgm:pt modelId="{56139FEA-0E24-426A-8388-0295EBECFDA4}" type="pres">
      <dgm:prSet presAssocID="{FFFF59CF-DAD0-4B9C-ABC2-7AEA77B02F48}" presName="LevelTwoTextNode" presStyleLbl="node2" presStyleIdx="0" presStyleCnt="5" custScaleX="263012">
        <dgm:presLayoutVars>
          <dgm:chPref val="3"/>
        </dgm:presLayoutVars>
      </dgm:prSet>
      <dgm:spPr/>
    </dgm:pt>
    <dgm:pt modelId="{53D4F79E-2C9E-40FA-B8EC-C7E144C73110}" type="pres">
      <dgm:prSet presAssocID="{FFFF59CF-DAD0-4B9C-ABC2-7AEA77B02F48}" presName="level3hierChild" presStyleCnt="0"/>
      <dgm:spPr/>
    </dgm:pt>
    <dgm:pt modelId="{59AF888B-8EDA-4BE6-B036-34C201203408}" type="pres">
      <dgm:prSet presAssocID="{4AB97EC4-92A6-4A45-B914-3E9703D4C659}" presName="conn2-1" presStyleLbl="parChTrans1D2" presStyleIdx="1" presStyleCnt="5"/>
      <dgm:spPr/>
    </dgm:pt>
    <dgm:pt modelId="{B9DCC3CD-CEBC-4140-8B03-934463FAEA3D}" type="pres">
      <dgm:prSet presAssocID="{4AB97EC4-92A6-4A45-B914-3E9703D4C659}" presName="connTx" presStyleLbl="parChTrans1D2" presStyleIdx="1" presStyleCnt="5"/>
      <dgm:spPr/>
    </dgm:pt>
    <dgm:pt modelId="{DB969DD0-FC07-4CFA-B7AF-DC3A82A04E61}" type="pres">
      <dgm:prSet presAssocID="{6F58BBEB-689A-4D83-B104-21ADE5A5F8E0}" presName="root2" presStyleCnt="0"/>
      <dgm:spPr/>
    </dgm:pt>
    <dgm:pt modelId="{87808F97-28D2-41A8-8FD6-F07601B621CB}" type="pres">
      <dgm:prSet presAssocID="{6F58BBEB-689A-4D83-B104-21ADE5A5F8E0}" presName="LevelTwoTextNode" presStyleLbl="node2" presStyleIdx="1" presStyleCnt="5" custScaleX="263012" custScaleY="81259">
        <dgm:presLayoutVars>
          <dgm:chPref val="3"/>
        </dgm:presLayoutVars>
      </dgm:prSet>
      <dgm:spPr/>
    </dgm:pt>
    <dgm:pt modelId="{3437279C-FF54-4DB3-ABB6-371225FEE241}" type="pres">
      <dgm:prSet presAssocID="{6F58BBEB-689A-4D83-B104-21ADE5A5F8E0}" presName="level3hierChild" presStyleCnt="0"/>
      <dgm:spPr/>
    </dgm:pt>
    <dgm:pt modelId="{E97F42E2-F4DC-4454-AE52-6E1A6A05D53B}" type="pres">
      <dgm:prSet presAssocID="{AE0EEFC0-3F95-4D43-AAF3-FD8A08675716}" presName="conn2-1" presStyleLbl="parChTrans1D2" presStyleIdx="2" presStyleCnt="5"/>
      <dgm:spPr/>
    </dgm:pt>
    <dgm:pt modelId="{ED2318A1-76E6-4243-BF5F-CF0192DB2C51}" type="pres">
      <dgm:prSet presAssocID="{AE0EEFC0-3F95-4D43-AAF3-FD8A08675716}" presName="connTx" presStyleLbl="parChTrans1D2" presStyleIdx="2" presStyleCnt="5"/>
      <dgm:spPr/>
    </dgm:pt>
    <dgm:pt modelId="{160785CE-2350-4ACC-8A2B-12108EC2D4B9}" type="pres">
      <dgm:prSet presAssocID="{80361ADC-41DD-48BA-B153-E71A43A3531E}" presName="root2" presStyleCnt="0"/>
      <dgm:spPr/>
    </dgm:pt>
    <dgm:pt modelId="{5987F12B-F80A-4C3B-8257-FDB87F8166ED}" type="pres">
      <dgm:prSet presAssocID="{80361ADC-41DD-48BA-B153-E71A43A3531E}" presName="LevelTwoTextNode" presStyleLbl="node2" presStyleIdx="2" presStyleCnt="5" custScaleX="263012">
        <dgm:presLayoutVars>
          <dgm:chPref val="3"/>
        </dgm:presLayoutVars>
      </dgm:prSet>
      <dgm:spPr/>
    </dgm:pt>
    <dgm:pt modelId="{B2B2E4EE-362C-41CF-9C47-2B3B79F1649C}" type="pres">
      <dgm:prSet presAssocID="{80361ADC-41DD-48BA-B153-E71A43A3531E}" presName="level3hierChild" presStyleCnt="0"/>
      <dgm:spPr/>
    </dgm:pt>
    <dgm:pt modelId="{0EE07559-0A8E-4FCC-9264-37BC62A19E7A}" type="pres">
      <dgm:prSet presAssocID="{BCED512E-C655-4A63-8722-6A03B9800A01}" presName="conn2-1" presStyleLbl="parChTrans1D2" presStyleIdx="3" presStyleCnt="5"/>
      <dgm:spPr/>
    </dgm:pt>
    <dgm:pt modelId="{518B5D32-A0D7-46BF-951B-B4233AE4648C}" type="pres">
      <dgm:prSet presAssocID="{BCED512E-C655-4A63-8722-6A03B9800A01}" presName="connTx" presStyleLbl="parChTrans1D2" presStyleIdx="3" presStyleCnt="5"/>
      <dgm:spPr/>
    </dgm:pt>
    <dgm:pt modelId="{4CBD8151-FC79-4419-B518-DE06B0D494EB}" type="pres">
      <dgm:prSet presAssocID="{0914C489-034C-4087-997F-275E53C7DF6E}" presName="root2" presStyleCnt="0"/>
      <dgm:spPr/>
    </dgm:pt>
    <dgm:pt modelId="{63BC7229-34E2-4B05-B1CB-36ED33FF05C3}" type="pres">
      <dgm:prSet presAssocID="{0914C489-034C-4087-997F-275E53C7DF6E}" presName="LevelTwoTextNode" presStyleLbl="node2" presStyleIdx="3" presStyleCnt="5" custFlipHor="1" custScaleX="263012" custScaleY="78766">
        <dgm:presLayoutVars>
          <dgm:chPref val="3"/>
        </dgm:presLayoutVars>
      </dgm:prSet>
      <dgm:spPr/>
    </dgm:pt>
    <dgm:pt modelId="{6ED34C45-910E-41A6-AFA6-4531DD6F660E}" type="pres">
      <dgm:prSet presAssocID="{0914C489-034C-4087-997F-275E53C7DF6E}" presName="level3hierChild" presStyleCnt="0"/>
      <dgm:spPr/>
    </dgm:pt>
    <dgm:pt modelId="{DDDC7244-15E8-4BDC-B15E-19CA4D19DE1F}" type="pres">
      <dgm:prSet presAssocID="{5ED8A247-B29B-4083-81AD-AB4F37CD2678}" presName="conn2-1" presStyleLbl="parChTrans1D2" presStyleIdx="4" presStyleCnt="5"/>
      <dgm:spPr/>
    </dgm:pt>
    <dgm:pt modelId="{85F932C0-F748-48EC-868D-F2613B1D814E}" type="pres">
      <dgm:prSet presAssocID="{5ED8A247-B29B-4083-81AD-AB4F37CD2678}" presName="connTx" presStyleLbl="parChTrans1D2" presStyleIdx="4" presStyleCnt="5"/>
      <dgm:spPr/>
    </dgm:pt>
    <dgm:pt modelId="{1FA3B928-0E43-4EFD-92F4-6187F62BAB5A}" type="pres">
      <dgm:prSet presAssocID="{E4CB98C5-BC97-4328-9A27-9FC7A9FE1078}" presName="root2" presStyleCnt="0"/>
      <dgm:spPr/>
    </dgm:pt>
    <dgm:pt modelId="{99071C85-DE92-4895-A70D-81FC0C2F93F2}" type="pres">
      <dgm:prSet presAssocID="{E4CB98C5-BC97-4328-9A27-9FC7A9FE1078}" presName="LevelTwoTextNode" presStyleLbl="node2" presStyleIdx="4" presStyleCnt="5" custScaleX="263012">
        <dgm:presLayoutVars>
          <dgm:chPref val="3"/>
        </dgm:presLayoutVars>
      </dgm:prSet>
      <dgm:spPr/>
    </dgm:pt>
    <dgm:pt modelId="{FB86A490-D61E-4AB2-90AC-E76E617A2F0B}" type="pres">
      <dgm:prSet presAssocID="{E4CB98C5-BC97-4328-9A27-9FC7A9FE1078}" presName="level3hierChild" presStyleCnt="0"/>
      <dgm:spPr/>
    </dgm:pt>
  </dgm:ptLst>
  <dgm:cxnLst>
    <dgm:cxn modelId="{949C9C06-6129-4880-B058-DD6BFDD461A7}" type="presOf" srcId="{ADA0B48A-C045-4F7F-8B87-14EB01905779}" destId="{0C2B9FE7-1DDB-4A67-A86B-E5289BBBBD54}" srcOrd="0" destOrd="0" presId="urn:microsoft.com/office/officeart/2008/layout/HorizontalMultiLevelHierarchy"/>
    <dgm:cxn modelId="{BA143D0D-43BC-4E4F-8E48-FEECBBE04867}" srcId="{C83E041F-C230-424E-8A1B-B134A62879C3}" destId="{80361ADC-41DD-48BA-B153-E71A43A3531E}" srcOrd="2" destOrd="0" parTransId="{AE0EEFC0-3F95-4D43-AAF3-FD8A08675716}" sibTransId="{ED2614B4-1897-4BC9-BDE5-2D6931DB4839}"/>
    <dgm:cxn modelId="{E2591F13-16E5-44D1-BF1E-E2B8CE86EAAE}" type="presOf" srcId="{4AB97EC4-92A6-4A45-B914-3E9703D4C659}" destId="{59AF888B-8EDA-4BE6-B036-34C201203408}" srcOrd="0" destOrd="0" presId="urn:microsoft.com/office/officeart/2008/layout/HorizontalMultiLevelHierarchy"/>
    <dgm:cxn modelId="{74B44A14-070D-4ACD-B833-86E31CD8793F}" type="presOf" srcId="{E4CB98C5-BC97-4328-9A27-9FC7A9FE1078}" destId="{99071C85-DE92-4895-A70D-81FC0C2F93F2}" srcOrd="0" destOrd="0" presId="urn:microsoft.com/office/officeart/2008/layout/HorizontalMultiLevelHierarchy"/>
    <dgm:cxn modelId="{3FFE721E-FC77-4EFE-AE4C-56DA062E4EB4}" type="presOf" srcId="{C83E041F-C230-424E-8A1B-B134A62879C3}" destId="{F23FFAE6-F1A1-4C07-9027-A62DA12EE289}" srcOrd="0" destOrd="0" presId="urn:microsoft.com/office/officeart/2008/layout/HorizontalMultiLevelHierarchy"/>
    <dgm:cxn modelId="{46B10D28-A5A7-402B-8E15-6413FDDA94AD}" type="presOf" srcId="{BCED512E-C655-4A63-8722-6A03B9800A01}" destId="{0EE07559-0A8E-4FCC-9264-37BC62A19E7A}" srcOrd="0" destOrd="0" presId="urn:microsoft.com/office/officeart/2008/layout/HorizontalMultiLevelHierarchy"/>
    <dgm:cxn modelId="{F85C1C34-8DCF-46FB-9408-24B1C2A55E27}" type="presOf" srcId="{FFFF59CF-DAD0-4B9C-ABC2-7AEA77B02F48}" destId="{56139FEA-0E24-426A-8388-0295EBECFDA4}" srcOrd="0" destOrd="0" presId="urn:microsoft.com/office/officeart/2008/layout/HorizontalMultiLevelHierarchy"/>
    <dgm:cxn modelId="{54BD8D34-FA9C-45E4-A1E4-73F614DE6157}" srcId="{C83E041F-C230-424E-8A1B-B134A62879C3}" destId="{0914C489-034C-4087-997F-275E53C7DF6E}" srcOrd="3" destOrd="0" parTransId="{BCED512E-C655-4A63-8722-6A03B9800A01}" sibTransId="{614F4169-34B4-4577-A550-6198D986527C}"/>
    <dgm:cxn modelId="{79C73037-9A60-4EA6-956A-CDD1DBE3E61D}" type="presOf" srcId="{5ED8A247-B29B-4083-81AD-AB4F37CD2678}" destId="{DDDC7244-15E8-4BDC-B15E-19CA4D19DE1F}" srcOrd="0" destOrd="0" presId="urn:microsoft.com/office/officeart/2008/layout/HorizontalMultiLevelHierarchy"/>
    <dgm:cxn modelId="{CA115A5F-BF15-4C9E-84F4-8215F3B117A4}" type="presOf" srcId="{5ED8A247-B29B-4083-81AD-AB4F37CD2678}" destId="{85F932C0-F748-48EC-868D-F2613B1D814E}" srcOrd="1" destOrd="0" presId="urn:microsoft.com/office/officeart/2008/layout/HorizontalMultiLevelHierarchy"/>
    <dgm:cxn modelId="{E7D7C162-6855-41D8-BF2C-4DA93170A7F0}" type="presOf" srcId="{0914C489-034C-4087-997F-275E53C7DF6E}" destId="{63BC7229-34E2-4B05-B1CB-36ED33FF05C3}" srcOrd="0" destOrd="0" presId="urn:microsoft.com/office/officeart/2008/layout/HorizontalMultiLevelHierarchy"/>
    <dgm:cxn modelId="{2BA59844-4142-46BA-9289-7E93BDE0DFA0}" srcId="{C83E041F-C230-424E-8A1B-B134A62879C3}" destId="{E4CB98C5-BC97-4328-9A27-9FC7A9FE1078}" srcOrd="4" destOrd="0" parTransId="{5ED8A247-B29B-4083-81AD-AB4F37CD2678}" sibTransId="{8A4FC780-F83A-4A10-B348-2DD15135C65B}"/>
    <dgm:cxn modelId="{4DDBA14A-8F89-4D62-AE75-79FFFC843057}" srcId="{C83E041F-C230-424E-8A1B-B134A62879C3}" destId="{FFFF59CF-DAD0-4B9C-ABC2-7AEA77B02F48}" srcOrd="0" destOrd="0" parTransId="{ADA0B48A-C045-4F7F-8B87-14EB01905779}" sibTransId="{1C5A0F88-7366-4A5E-9434-2EDFB0DF44B9}"/>
    <dgm:cxn modelId="{3C7D264F-AE64-42B7-8291-3E110D4A9D44}" type="presOf" srcId="{80361ADC-41DD-48BA-B153-E71A43A3531E}" destId="{5987F12B-F80A-4C3B-8257-FDB87F8166ED}" srcOrd="0" destOrd="0" presId="urn:microsoft.com/office/officeart/2008/layout/HorizontalMultiLevelHierarchy"/>
    <dgm:cxn modelId="{9FC5D670-5627-41C9-8F68-55C6A0B121F3}" type="presOf" srcId="{4AB97EC4-92A6-4A45-B914-3E9703D4C659}" destId="{B9DCC3CD-CEBC-4140-8B03-934463FAEA3D}" srcOrd="1" destOrd="0" presId="urn:microsoft.com/office/officeart/2008/layout/HorizontalMultiLevelHierarchy"/>
    <dgm:cxn modelId="{4A3BA456-EB5F-4307-BF69-347A26308EEE}" type="presOf" srcId="{6F58BBEB-689A-4D83-B104-21ADE5A5F8E0}" destId="{87808F97-28D2-41A8-8FD6-F07601B621CB}" srcOrd="0" destOrd="0" presId="urn:microsoft.com/office/officeart/2008/layout/HorizontalMultiLevelHierarchy"/>
    <dgm:cxn modelId="{94F9547E-D949-464C-8EC4-20517697B60C}" type="presOf" srcId="{ADA0B48A-C045-4F7F-8B87-14EB01905779}" destId="{D5AEAA25-178C-429C-8950-52C8F7C19BEC}" srcOrd="1" destOrd="0" presId="urn:microsoft.com/office/officeart/2008/layout/HorizontalMultiLevelHierarchy"/>
    <dgm:cxn modelId="{4F4CD79B-F894-4843-AE98-D125B0766A51}" type="presOf" srcId="{AE0EEFC0-3F95-4D43-AAF3-FD8A08675716}" destId="{ED2318A1-76E6-4243-BF5F-CF0192DB2C51}" srcOrd="1" destOrd="0" presId="urn:microsoft.com/office/officeart/2008/layout/HorizontalMultiLevelHierarchy"/>
    <dgm:cxn modelId="{53F10CAD-FF78-4DDA-8051-BDAADDF86BB7}" type="presOf" srcId="{4E510CD1-0AB0-4452-BA1C-1BA35FFA9F7E}" destId="{7D69B956-D928-46A1-BA79-1DBB54080305}" srcOrd="0" destOrd="0" presId="urn:microsoft.com/office/officeart/2008/layout/HorizontalMultiLevelHierarchy"/>
    <dgm:cxn modelId="{E11F3BB4-A5B4-41D1-A6A3-4E3D971A79B8}" type="presOf" srcId="{AE0EEFC0-3F95-4D43-AAF3-FD8A08675716}" destId="{E97F42E2-F4DC-4454-AE52-6E1A6A05D53B}" srcOrd="0" destOrd="0" presId="urn:microsoft.com/office/officeart/2008/layout/HorizontalMultiLevelHierarchy"/>
    <dgm:cxn modelId="{0A6A52E6-F02A-4888-93F1-F8A473A946C5}" srcId="{C83E041F-C230-424E-8A1B-B134A62879C3}" destId="{6F58BBEB-689A-4D83-B104-21ADE5A5F8E0}" srcOrd="1" destOrd="0" parTransId="{4AB97EC4-92A6-4A45-B914-3E9703D4C659}" sibTransId="{3641F335-E08E-4455-ACDE-9D6C38F3DB82}"/>
    <dgm:cxn modelId="{839397F1-22FD-4153-B030-8378C8EAD9F9}" type="presOf" srcId="{BCED512E-C655-4A63-8722-6A03B9800A01}" destId="{518B5D32-A0D7-46BF-951B-B4233AE4648C}" srcOrd="1" destOrd="0" presId="urn:microsoft.com/office/officeart/2008/layout/HorizontalMultiLevelHierarchy"/>
    <dgm:cxn modelId="{F30B4CFD-515C-4C1E-95E7-8C07FD1E2EA0}" srcId="{4E510CD1-0AB0-4452-BA1C-1BA35FFA9F7E}" destId="{C83E041F-C230-424E-8A1B-B134A62879C3}" srcOrd="0" destOrd="0" parTransId="{49E481B8-65C7-4CED-B7C6-8D4FFE0DE5C7}" sibTransId="{2AD1A4AB-7649-4438-8ED4-CCCD05103A2D}"/>
    <dgm:cxn modelId="{29D2137E-54DE-462A-9062-053B33CA30A0}" type="presParOf" srcId="{7D69B956-D928-46A1-BA79-1DBB54080305}" destId="{861B8D96-205D-4ECA-BBE9-0F31A60440C5}" srcOrd="0" destOrd="0" presId="urn:microsoft.com/office/officeart/2008/layout/HorizontalMultiLevelHierarchy"/>
    <dgm:cxn modelId="{8EB860F2-4F29-4D90-9414-34EE20B855D7}" type="presParOf" srcId="{861B8D96-205D-4ECA-BBE9-0F31A60440C5}" destId="{F23FFAE6-F1A1-4C07-9027-A62DA12EE289}" srcOrd="0" destOrd="0" presId="urn:microsoft.com/office/officeart/2008/layout/HorizontalMultiLevelHierarchy"/>
    <dgm:cxn modelId="{1C39E030-9239-4D16-B26A-63CAE5BB83B0}" type="presParOf" srcId="{861B8D96-205D-4ECA-BBE9-0F31A60440C5}" destId="{B339136B-7D4D-441C-B47B-311789B326E6}" srcOrd="1" destOrd="0" presId="urn:microsoft.com/office/officeart/2008/layout/HorizontalMultiLevelHierarchy"/>
    <dgm:cxn modelId="{0A09F664-55C6-4352-83E4-D4BE51F87682}" type="presParOf" srcId="{B339136B-7D4D-441C-B47B-311789B326E6}" destId="{0C2B9FE7-1DDB-4A67-A86B-E5289BBBBD54}" srcOrd="0" destOrd="0" presId="urn:microsoft.com/office/officeart/2008/layout/HorizontalMultiLevelHierarchy"/>
    <dgm:cxn modelId="{3A2078DB-D2A1-40F2-A424-D6E05ADE50DE}" type="presParOf" srcId="{0C2B9FE7-1DDB-4A67-A86B-E5289BBBBD54}" destId="{D5AEAA25-178C-429C-8950-52C8F7C19BEC}" srcOrd="0" destOrd="0" presId="urn:microsoft.com/office/officeart/2008/layout/HorizontalMultiLevelHierarchy"/>
    <dgm:cxn modelId="{8F01A69A-4839-4C98-ACE1-B6BD9EA28D65}" type="presParOf" srcId="{B339136B-7D4D-441C-B47B-311789B326E6}" destId="{2CBAC8F5-F46F-48E8-B992-88FFFF08CF2F}" srcOrd="1" destOrd="0" presId="urn:microsoft.com/office/officeart/2008/layout/HorizontalMultiLevelHierarchy"/>
    <dgm:cxn modelId="{891763E7-B4FD-4C6D-8719-AEBB84208DD5}" type="presParOf" srcId="{2CBAC8F5-F46F-48E8-B992-88FFFF08CF2F}" destId="{56139FEA-0E24-426A-8388-0295EBECFDA4}" srcOrd="0" destOrd="0" presId="urn:microsoft.com/office/officeart/2008/layout/HorizontalMultiLevelHierarchy"/>
    <dgm:cxn modelId="{D0201523-4876-4764-A52E-0F232516B729}" type="presParOf" srcId="{2CBAC8F5-F46F-48E8-B992-88FFFF08CF2F}" destId="{53D4F79E-2C9E-40FA-B8EC-C7E144C73110}" srcOrd="1" destOrd="0" presId="urn:microsoft.com/office/officeart/2008/layout/HorizontalMultiLevelHierarchy"/>
    <dgm:cxn modelId="{0B2D8FB2-982C-4493-9832-A0606D9137CA}" type="presParOf" srcId="{B339136B-7D4D-441C-B47B-311789B326E6}" destId="{59AF888B-8EDA-4BE6-B036-34C201203408}" srcOrd="2" destOrd="0" presId="urn:microsoft.com/office/officeart/2008/layout/HorizontalMultiLevelHierarchy"/>
    <dgm:cxn modelId="{EEC98671-0D2C-4D0C-99C3-F6C813BD68B4}" type="presParOf" srcId="{59AF888B-8EDA-4BE6-B036-34C201203408}" destId="{B9DCC3CD-CEBC-4140-8B03-934463FAEA3D}" srcOrd="0" destOrd="0" presId="urn:microsoft.com/office/officeart/2008/layout/HorizontalMultiLevelHierarchy"/>
    <dgm:cxn modelId="{DC427A81-E12E-45DE-9F9C-631352ECE2CF}" type="presParOf" srcId="{B339136B-7D4D-441C-B47B-311789B326E6}" destId="{DB969DD0-FC07-4CFA-B7AF-DC3A82A04E61}" srcOrd="3" destOrd="0" presId="urn:microsoft.com/office/officeart/2008/layout/HorizontalMultiLevelHierarchy"/>
    <dgm:cxn modelId="{206AD882-918D-48B4-8906-BFB784D7DFB6}" type="presParOf" srcId="{DB969DD0-FC07-4CFA-B7AF-DC3A82A04E61}" destId="{87808F97-28D2-41A8-8FD6-F07601B621CB}" srcOrd="0" destOrd="0" presId="urn:microsoft.com/office/officeart/2008/layout/HorizontalMultiLevelHierarchy"/>
    <dgm:cxn modelId="{1F255626-6FD1-4FE6-A362-BB834FF57A0D}" type="presParOf" srcId="{DB969DD0-FC07-4CFA-B7AF-DC3A82A04E61}" destId="{3437279C-FF54-4DB3-ABB6-371225FEE241}" srcOrd="1" destOrd="0" presId="urn:microsoft.com/office/officeart/2008/layout/HorizontalMultiLevelHierarchy"/>
    <dgm:cxn modelId="{378B05DA-41FD-4033-BFCD-E1B6CA22B2F9}" type="presParOf" srcId="{B339136B-7D4D-441C-B47B-311789B326E6}" destId="{E97F42E2-F4DC-4454-AE52-6E1A6A05D53B}" srcOrd="4" destOrd="0" presId="urn:microsoft.com/office/officeart/2008/layout/HorizontalMultiLevelHierarchy"/>
    <dgm:cxn modelId="{60C66CA5-095A-445A-9798-5B5EF248EB3F}" type="presParOf" srcId="{E97F42E2-F4DC-4454-AE52-6E1A6A05D53B}" destId="{ED2318A1-76E6-4243-BF5F-CF0192DB2C51}" srcOrd="0" destOrd="0" presId="urn:microsoft.com/office/officeart/2008/layout/HorizontalMultiLevelHierarchy"/>
    <dgm:cxn modelId="{5F3E890E-2CC5-4D0D-B165-148EC8DBC921}" type="presParOf" srcId="{B339136B-7D4D-441C-B47B-311789B326E6}" destId="{160785CE-2350-4ACC-8A2B-12108EC2D4B9}" srcOrd="5" destOrd="0" presId="urn:microsoft.com/office/officeart/2008/layout/HorizontalMultiLevelHierarchy"/>
    <dgm:cxn modelId="{82F0C0E4-EE38-4135-B63B-755D521D62CE}" type="presParOf" srcId="{160785CE-2350-4ACC-8A2B-12108EC2D4B9}" destId="{5987F12B-F80A-4C3B-8257-FDB87F8166ED}" srcOrd="0" destOrd="0" presId="urn:microsoft.com/office/officeart/2008/layout/HorizontalMultiLevelHierarchy"/>
    <dgm:cxn modelId="{24E2D0EF-1CEF-4B1F-8A53-31FEFE1990B6}" type="presParOf" srcId="{160785CE-2350-4ACC-8A2B-12108EC2D4B9}" destId="{B2B2E4EE-362C-41CF-9C47-2B3B79F1649C}" srcOrd="1" destOrd="0" presId="urn:microsoft.com/office/officeart/2008/layout/HorizontalMultiLevelHierarchy"/>
    <dgm:cxn modelId="{C7035F4D-F249-416E-A325-3A168118D767}" type="presParOf" srcId="{B339136B-7D4D-441C-B47B-311789B326E6}" destId="{0EE07559-0A8E-4FCC-9264-37BC62A19E7A}" srcOrd="6" destOrd="0" presId="urn:microsoft.com/office/officeart/2008/layout/HorizontalMultiLevelHierarchy"/>
    <dgm:cxn modelId="{C5A50E66-8011-4A66-9C71-DEFF0229CA08}" type="presParOf" srcId="{0EE07559-0A8E-4FCC-9264-37BC62A19E7A}" destId="{518B5D32-A0D7-46BF-951B-B4233AE4648C}" srcOrd="0" destOrd="0" presId="urn:microsoft.com/office/officeart/2008/layout/HorizontalMultiLevelHierarchy"/>
    <dgm:cxn modelId="{1A94C8AD-E840-402F-A166-05EEDD30075C}" type="presParOf" srcId="{B339136B-7D4D-441C-B47B-311789B326E6}" destId="{4CBD8151-FC79-4419-B518-DE06B0D494EB}" srcOrd="7" destOrd="0" presId="urn:microsoft.com/office/officeart/2008/layout/HorizontalMultiLevelHierarchy"/>
    <dgm:cxn modelId="{D6982CDE-9751-44DD-8E7A-1C0198B075C1}" type="presParOf" srcId="{4CBD8151-FC79-4419-B518-DE06B0D494EB}" destId="{63BC7229-34E2-4B05-B1CB-36ED33FF05C3}" srcOrd="0" destOrd="0" presId="urn:microsoft.com/office/officeart/2008/layout/HorizontalMultiLevelHierarchy"/>
    <dgm:cxn modelId="{DAD63039-7305-4496-AD18-A0F22A34A675}" type="presParOf" srcId="{4CBD8151-FC79-4419-B518-DE06B0D494EB}" destId="{6ED34C45-910E-41A6-AFA6-4531DD6F660E}" srcOrd="1" destOrd="0" presId="urn:microsoft.com/office/officeart/2008/layout/HorizontalMultiLevelHierarchy"/>
    <dgm:cxn modelId="{CF27AF78-8A9F-42A9-836E-8FC5FC436FE6}" type="presParOf" srcId="{B339136B-7D4D-441C-B47B-311789B326E6}" destId="{DDDC7244-15E8-4BDC-B15E-19CA4D19DE1F}" srcOrd="8" destOrd="0" presId="urn:microsoft.com/office/officeart/2008/layout/HorizontalMultiLevelHierarchy"/>
    <dgm:cxn modelId="{7BA843AE-5B70-4636-B70F-2C5B0B5D1758}" type="presParOf" srcId="{DDDC7244-15E8-4BDC-B15E-19CA4D19DE1F}" destId="{85F932C0-F748-48EC-868D-F2613B1D814E}" srcOrd="0" destOrd="0" presId="urn:microsoft.com/office/officeart/2008/layout/HorizontalMultiLevelHierarchy"/>
    <dgm:cxn modelId="{65A34758-282E-4C31-9C2B-DF9EF60ED4EA}" type="presParOf" srcId="{B339136B-7D4D-441C-B47B-311789B326E6}" destId="{1FA3B928-0E43-4EFD-92F4-6187F62BAB5A}" srcOrd="9" destOrd="0" presId="urn:microsoft.com/office/officeart/2008/layout/HorizontalMultiLevelHierarchy"/>
    <dgm:cxn modelId="{5F70E923-B791-4064-BA14-844E1AA12F81}" type="presParOf" srcId="{1FA3B928-0E43-4EFD-92F4-6187F62BAB5A}" destId="{99071C85-DE92-4895-A70D-81FC0C2F93F2}" srcOrd="0" destOrd="0" presId="urn:microsoft.com/office/officeart/2008/layout/HorizontalMultiLevelHierarchy"/>
    <dgm:cxn modelId="{F1E15A95-23B2-4924-84AE-794A8F72418C}" type="presParOf" srcId="{1FA3B928-0E43-4EFD-92F4-6187F62BAB5A}" destId="{FB86A490-D61E-4AB2-90AC-E76E617A2F0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229F8-C7C1-439A-8FA7-EB28173D3134}">
      <dsp:nvSpPr>
        <dsp:cNvPr id="0" name=""/>
        <dsp:cNvSpPr/>
      </dsp:nvSpPr>
      <dsp:spPr>
        <a:xfrm>
          <a:off x="781491" y="1484"/>
          <a:ext cx="2588725" cy="4590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Tariff barriers</a:t>
          </a:r>
          <a:endParaRPr lang="zh-CN" altLang="en-US" sz="2800" b="1" kern="1200" dirty="0"/>
        </a:p>
      </dsp:txBody>
      <dsp:txXfrm>
        <a:off x="794937" y="14930"/>
        <a:ext cx="2561833" cy="432175"/>
      </dsp:txXfrm>
    </dsp:sp>
    <dsp:sp modelId="{C9908031-BD6F-4897-8C6A-024792E6FB3E}">
      <dsp:nvSpPr>
        <dsp:cNvPr id="0" name=""/>
        <dsp:cNvSpPr/>
      </dsp:nvSpPr>
      <dsp:spPr>
        <a:xfrm>
          <a:off x="1040363" y="460551"/>
          <a:ext cx="258872" cy="344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4300"/>
              </a:lnTo>
              <a:lnTo>
                <a:pt x="258872" y="34430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B9D979-BDDE-4B05-A42A-0D99D9C99167}">
      <dsp:nvSpPr>
        <dsp:cNvPr id="0" name=""/>
        <dsp:cNvSpPr/>
      </dsp:nvSpPr>
      <dsp:spPr>
        <a:xfrm>
          <a:off x="1299236" y="575318"/>
          <a:ext cx="2185218" cy="459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import duty/tariff</a:t>
          </a:r>
          <a:r>
            <a:rPr lang="en-US" altLang="zh-CN" sz="20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zh-CN" altLang="en-US" sz="200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2682" y="588764"/>
        <a:ext cx="2158326" cy="432175"/>
      </dsp:txXfrm>
    </dsp:sp>
    <dsp:sp modelId="{A68401F7-69B6-4E90-A3A3-97168066AF27}">
      <dsp:nvSpPr>
        <dsp:cNvPr id="0" name=""/>
        <dsp:cNvSpPr/>
      </dsp:nvSpPr>
      <dsp:spPr>
        <a:xfrm>
          <a:off x="1040363" y="460551"/>
          <a:ext cx="258872" cy="918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8134"/>
              </a:lnTo>
              <a:lnTo>
                <a:pt x="258872" y="918134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C62306-A889-42C8-89ED-A0ADEF99C093}">
      <dsp:nvSpPr>
        <dsp:cNvPr id="0" name=""/>
        <dsp:cNvSpPr/>
      </dsp:nvSpPr>
      <dsp:spPr>
        <a:xfrm>
          <a:off x="1299236" y="1149152"/>
          <a:ext cx="2185218" cy="459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export duty/tariff</a:t>
          </a:r>
          <a:endParaRPr lang="zh-CN" altLang="en-US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2682" y="1162598"/>
        <a:ext cx="2158326" cy="432175"/>
      </dsp:txXfrm>
    </dsp:sp>
    <dsp:sp modelId="{404565D3-B82B-44E4-9059-E8E0DD758D62}">
      <dsp:nvSpPr>
        <dsp:cNvPr id="0" name=""/>
        <dsp:cNvSpPr/>
      </dsp:nvSpPr>
      <dsp:spPr>
        <a:xfrm>
          <a:off x="1040363" y="460551"/>
          <a:ext cx="258872" cy="1491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1968"/>
              </a:lnTo>
              <a:lnTo>
                <a:pt x="258872" y="149196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E575DA-EC0D-462C-AB0C-0347C52361C0}">
      <dsp:nvSpPr>
        <dsp:cNvPr id="0" name=""/>
        <dsp:cNvSpPr/>
      </dsp:nvSpPr>
      <dsp:spPr>
        <a:xfrm>
          <a:off x="1299236" y="1722986"/>
          <a:ext cx="2185218" cy="459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rPr>
            <a:t>transit duty</a:t>
          </a:r>
          <a:endParaRPr lang="zh-CN" altLang="en-US" sz="200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2682" y="1736432"/>
        <a:ext cx="2158326" cy="432175"/>
      </dsp:txXfrm>
    </dsp:sp>
    <dsp:sp modelId="{C345F636-1D5C-4E45-95C3-B9212837B7D8}">
      <dsp:nvSpPr>
        <dsp:cNvPr id="0" name=""/>
        <dsp:cNvSpPr/>
      </dsp:nvSpPr>
      <dsp:spPr>
        <a:xfrm>
          <a:off x="1040363" y="460551"/>
          <a:ext cx="258872" cy="2571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1666"/>
              </a:lnTo>
              <a:lnTo>
                <a:pt x="258872" y="257166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B2C0A1-D84F-4221-88D9-EBE1BC201DEC}">
      <dsp:nvSpPr>
        <dsp:cNvPr id="0" name=""/>
        <dsp:cNvSpPr/>
      </dsp:nvSpPr>
      <dsp:spPr>
        <a:xfrm>
          <a:off x="1299236" y="2296820"/>
          <a:ext cx="2451991" cy="1470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ts val="22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special duties:</a:t>
          </a:r>
        </a:p>
        <a:p>
          <a:pPr marL="0" lvl="0" indent="0" algn="ctr" defTabSz="889000">
            <a:lnSpc>
              <a:spcPts val="22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anti-dumping duty </a:t>
          </a:r>
        </a:p>
        <a:p>
          <a:pPr marL="0" lvl="0" indent="0" algn="ctr" defTabSz="889000">
            <a:lnSpc>
              <a:spcPts val="18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(ADD)</a:t>
          </a:r>
        </a:p>
        <a:p>
          <a:pPr marL="0" lvl="0" indent="0" algn="ctr" defTabSz="889000">
            <a:lnSpc>
              <a:spcPts val="18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countervailing duty (CVD)</a:t>
          </a:r>
          <a:endParaRPr lang="zh-CN" alt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42314" y="2339898"/>
        <a:ext cx="2365835" cy="1384640"/>
      </dsp:txXfrm>
    </dsp:sp>
    <dsp:sp modelId="{3855B926-6863-44ED-8EB2-BCFD4F8A0AD9}">
      <dsp:nvSpPr>
        <dsp:cNvPr id="0" name=""/>
        <dsp:cNvSpPr/>
      </dsp:nvSpPr>
      <dsp:spPr>
        <a:xfrm>
          <a:off x="3599750" y="1484"/>
          <a:ext cx="4418347" cy="4590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>
              <a:solidFill>
                <a:prstClr val="white"/>
              </a:solidFill>
              <a:latin typeface="Calibri"/>
              <a:ea typeface="宋体" panose="02010600030101010101" pitchFamily="2" charset="-122"/>
              <a:cs typeface="+mn-cs"/>
            </a:rPr>
            <a:t>Non-tariff barriers (NTBs)</a:t>
          </a:r>
          <a:endParaRPr lang="zh-CN" altLang="en-US" sz="2800" b="1" kern="1200" dirty="0">
            <a:solidFill>
              <a:prstClr val="white"/>
            </a:solidFill>
            <a:latin typeface="Calibri"/>
            <a:ea typeface="宋体" panose="02010600030101010101" pitchFamily="2" charset="-122"/>
            <a:cs typeface="+mn-cs"/>
          </a:endParaRPr>
        </a:p>
      </dsp:txBody>
      <dsp:txXfrm>
        <a:off x="3613196" y="14930"/>
        <a:ext cx="4391455" cy="432175"/>
      </dsp:txXfrm>
    </dsp:sp>
    <dsp:sp modelId="{A314E564-65E3-4FB9-B16E-B1C671FF5090}">
      <dsp:nvSpPr>
        <dsp:cNvPr id="0" name=""/>
        <dsp:cNvSpPr/>
      </dsp:nvSpPr>
      <dsp:spPr>
        <a:xfrm>
          <a:off x="4041585" y="460551"/>
          <a:ext cx="441834" cy="344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4300"/>
              </a:lnTo>
              <a:lnTo>
                <a:pt x="441834" y="34430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4BC611-456B-4014-B118-7CC7405B1C55}">
      <dsp:nvSpPr>
        <dsp:cNvPr id="0" name=""/>
        <dsp:cNvSpPr/>
      </dsp:nvSpPr>
      <dsp:spPr>
        <a:xfrm>
          <a:off x="4483419" y="575318"/>
          <a:ext cx="3167416" cy="459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quota</a:t>
          </a:r>
          <a:endParaRPr lang="zh-CN" altLang="en-US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96865" y="588764"/>
        <a:ext cx="3140524" cy="432175"/>
      </dsp:txXfrm>
    </dsp:sp>
    <dsp:sp modelId="{78B73786-EDDF-4A38-9552-D5C014ECBE73}">
      <dsp:nvSpPr>
        <dsp:cNvPr id="0" name=""/>
        <dsp:cNvSpPr/>
      </dsp:nvSpPr>
      <dsp:spPr>
        <a:xfrm>
          <a:off x="4041585" y="460551"/>
          <a:ext cx="441834" cy="918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8134"/>
              </a:lnTo>
              <a:lnTo>
                <a:pt x="441834" y="918134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6716D-1578-4E4F-9610-8E75D2B62866}">
      <dsp:nvSpPr>
        <dsp:cNvPr id="0" name=""/>
        <dsp:cNvSpPr/>
      </dsp:nvSpPr>
      <dsp:spPr>
        <a:xfrm>
          <a:off x="4483419" y="1149152"/>
          <a:ext cx="3167416" cy="459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subsidy</a:t>
          </a:r>
          <a:endParaRPr lang="zh-CN" altLang="en-US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96865" y="1162598"/>
        <a:ext cx="3140524" cy="432175"/>
      </dsp:txXfrm>
    </dsp:sp>
    <dsp:sp modelId="{0A1E83E2-93E1-46E0-BC82-B8398E4160A5}">
      <dsp:nvSpPr>
        <dsp:cNvPr id="0" name=""/>
        <dsp:cNvSpPr/>
      </dsp:nvSpPr>
      <dsp:spPr>
        <a:xfrm>
          <a:off x="4041585" y="460551"/>
          <a:ext cx="441834" cy="1491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1968"/>
              </a:lnTo>
              <a:lnTo>
                <a:pt x="441834" y="149196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A90342-AAC6-40C2-92CD-AC746CFBE371}">
      <dsp:nvSpPr>
        <dsp:cNvPr id="0" name=""/>
        <dsp:cNvSpPr/>
      </dsp:nvSpPr>
      <dsp:spPr>
        <a:xfrm>
          <a:off x="4483419" y="1722986"/>
          <a:ext cx="3167416" cy="459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rPr>
            <a:t>import license</a:t>
          </a:r>
          <a:endParaRPr lang="zh-CN" altLang="en-US" sz="2000" kern="1200" dirty="0">
            <a:solidFill>
              <a:prstClr val="black"/>
            </a:solidFill>
            <a:latin typeface="Arial" panose="020B0604020202020204" pitchFamily="34" charset="0"/>
            <a:ea typeface="宋体" panose="02010600030101010101" pitchFamily="2" charset="-122"/>
            <a:cs typeface="Arial" panose="020B0604020202020204" pitchFamily="34" charset="0"/>
          </a:endParaRPr>
        </a:p>
      </dsp:txBody>
      <dsp:txXfrm>
        <a:off x="4496865" y="1736432"/>
        <a:ext cx="3140524" cy="432175"/>
      </dsp:txXfrm>
    </dsp:sp>
    <dsp:sp modelId="{C8C86C4F-DE5F-4561-AA70-F868BFAE4BCA}">
      <dsp:nvSpPr>
        <dsp:cNvPr id="0" name=""/>
        <dsp:cNvSpPr/>
      </dsp:nvSpPr>
      <dsp:spPr>
        <a:xfrm>
          <a:off x="4041585" y="460551"/>
          <a:ext cx="441834" cy="20235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3526"/>
              </a:lnTo>
              <a:lnTo>
                <a:pt x="441834" y="202352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F0D6F1-5A11-4CEB-A8E3-A740E00D9711}">
      <dsp:nvSpPr>
        <dsp:cNvPr id="0" name=""/>
        <dsp:cNvSpPr/>
      </dsp:nvSpPr>
      <dsp:spPr>
        <a:xfrm>
          <a:off x="4483419" y="2296820"/>
          <a:ext cx="3167394" cy="3745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ts val="19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currency control</a:t>
          </a:r>
          <a:endParaRPr lang="zh-CN" altLang="zh-CN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94388" y="2307789"/>
        <a:ext cx="3145456" cy="352578"/>
      </dsp:txXfrm>
    </dsp:sp>
    <dsp:sp modelId="{50024D12-6B76-4102-890A-C6AC3F568AAB}">
      <dsp:nvSpPr>
        <dsp:cNvPr id="0" name=""/>
        <dsp:cNvSpPr/>
      </dsp:nvSpPr>
      <dsp:spPr>
        <a:xfrm>
          <a:off x="4041585" y="460551"/>
          <a:ext cx="441834" cy="26300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0009"/>
              </a:lnTo>
              <a:lnTo>
                <a:pt x="441834" y="2630009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5B698-B48A-41DF-A98F-39EF9A53837A}">
      <dsp:nvSpPr>
        <dsp:cNvPr id="0" name=""/>
        <dsp:cNvSpPr/>
      </dsp:nvSpPr>
      <dsp:spPr>
        <a:xfrm>
          <a:off x="4483419" y="2786103"/>
          <a:ext cx="3167394" cy="6089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ts val="2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altLang="zh-CN" sz="20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customs &amp; administrative procedures</a:t>
          </a:r>
          <a:endParaRPr lang="zh-CN" altLang="zh-CN" sz="20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4501254" y="2803938"/>
        <a:ext cx="3131724" cy="573245"/>
      </dsp:txXfrm>
    </dsp:sp>
    <dsp:sp modelId="{06D260AB-21EC-4BC0-8144-DBE03CBA32E2}">
      <dsp:nvSpPr>
        <dsp:cNvPr id="0" name=""/>
        <dsp:cNvSpPr/>
      </dsp:nvSpPr>
      <dsp:spPr>
        <a:xfrm>
          <a:off x="4041585" y="460551"/>
          <a:ext cx="441834" cy="32787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78767"/>
              </a:lnTo>
              <a:lnTo>
                <a:pt x="441834" y="327876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4D5B07-569B-4BFE-91FA-3B06AA2BC5DA}">
      <dsp:nvSpPr>
        <dsp:cNvPr id="0" name=""/>
        <dsp:cNvSpPr/>
      </dsp:nvSpPr>
      <dsp:spPr>
        <a:xfrm>
          <a:off x="4483419" y="3509786"/>
          <a:ext cx="3753502" cy="459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0" i="0" kern="1200" dirty="0">
              <a:latin typeface="Arial" panose="020B0604020202020204" pitchFamily="34" charset="0"/>
              <a:cs typeface="Arial" panose="020B0604020202020204" pitchFamily="34" charset="0"/>
            </a:rPr>
            <a:t>technical barriers to trade (TBT) </a:t>
          </a:r>
          <a:endParaRPr lang="zh-CN" altLang="zh-CN" sz="2000" b="0" i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96865" y="3523232"/>
        <a:ext cx="3726610" cy="4321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DC7244-15E8-4BDC-B15E-19CA4D19DE1F}">
      <dsp:nvSpPr>
        <dsp:cNvPr id="0" name=""/>
        <dsp:cNvSpPr/>
      </dsp:nvSpPr>
      <dsp:spPr>
        <a:xfrm>
          <a:off x="1281644" y="2137870"/>
          <a:ext cx="500172" cy="17537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0086" y="0"/>
              </a:lnTo>
              <a:lnTo>
                <a:pt x="250086" y="1753747"/>
              </a:lnTo>
              <a:lnTo>
                <a:pt x="500172" y="175374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486138" y="2969151"/>
        <a:ext cx="91183" cy="91183"/>
      </dsp:txXfrm>
    </dsp:sp>
    <dsp:sp modelId="{0EE07559-0A8E-4FCC-9264-37BC62A19E7A}">
      <dsp:nvSpPr>
        <dsp:cNvPr id="0" name=""/>
        <dsp:cNvSpPr/>
      </dsp:nvSpPr>
      <dsp:spPr>
        <a:xfrm>
          <a:off x="1281644" y="2137870"/>
          <a:ext cx="500172" cy="881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0086" y="0"/>
              </a:lnTo>
              <a:lnTo>
                <a:pt x="250086" y="881625"/>
              </a:lnTo>
              <a:lnTo>
                <a:pt x="500172" y="8816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06389" y="2553342"/>
        <a:ext cx="50681" cy="50681"/>
      </dsp:txXfrm>
    </dsp:sp>
    <dsp:sp modelId="{E97F42E2-F4DC-4454-AE52-6E1A6A05D53B}">
      <dsp:nvSpPr>
        <dsp:cNvPr id="0" name=""/>
        <dsp:cNvSpPr/>
      </dsp:nvSpPr>
      <dsp:spPr>
        <a:xfrm>
          <a:off x="1281644" y="2092150"/>
          <a:ext cx="5001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0086" y="45720"/>
              </a:lnTo>
              <a:lnTo>
                <a:pt x="250086" y="55224"/>
              </a:lnTo>
              <a:lnTo>
                <a:pt x="500172" y="5522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19224" y="2125363"/>
        <a:ext cx="25013" cy="25013"/>
      </dsp:txXfrm>
    </dsp:sp>
    <dsp:sp modelId="{59AF888B-8EDA-4BE6-B036-34C201203408}">
      <dsp:nvSpPr>
        <dsp:cNvPr id="0" name=""/>
        <dsp:cNvSpPr/>
      </dsp:nvSpPr>
      <dsp:spPr>
        <a:xfrm>
          <a:off x="1281644" y="1265748"/>
          <a:ext cx="500172" cy="872121"/>
        </a:xfrm>
        <a:custGeom>
          <a:avLst/>
          <a:gdLst/>
          <a:ahLst/>
          <a:cxnLst/>
          <a:rect l="0" t="0" r="0" b="0"/>
          <a:pathLst>
            <a:path>
              <a:moveTo>
                <a:pt x="0" y="872121"/>
              </a:moveTo>
              <a:lnTo>
                <a:pt x="250086" y="872121"/>
              </a:lnTo>
              <a:lnTo>
                <a:pt x="250086" y="0"/>
              </a:lnTo>
              <a:lnTo>
                <a:pt x="50017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06596" y="1676674"/>
        <a:ext cx="50268" cy="50268"/>
      </dsp:txXfrm>
    </dsp:sp>
    <dsp:sp modelId="{0C2B9FE7-1DDB-4A67-A86B-E5289BBBBD54}">
      <dsp:nvSpPr>
        <dsp:cNvPr id="0" name=""/>
        <dsp:cNvSpPr/>
      </dsp:nvSpPr>
      <dsp:spPr>
        <a:xfrm>
          <a:off x="1281644" y="384122"/>
          <a:ext cx="500172" cy="1753747"/>
        </a:xfrm>
        <a:custGeom>
          <a:avLst/>
          <a:gdLst/>
          <a:ahLst/>
          <a:cxnLst/>
          <a:rect l="0" t="0" r="0" b="0"/>
          <a:pathLst>
            <a:path>
              <a:moveTo>
                <a:pt x="0" y="1753747"/>
              </a:moveTo>
              <a:lnTo>
                <a:pt x="250086" y="1753747"/>
              </a:lnTo>
              <a:lnTo>
                <a:pt x="250086" y="0"/>
              </a:lnTo>
              <a:lnTo>
                <a:pt x="50017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486138" y="1215404"/>
        <a:ext cx="91183" cy="91183"/>
      </dsp:txXfrm>
    </dsp:sp>
    <dsp:sp modelId="{F23FFAE6-F1A1-4C07-9027-A62DA12EE289}">
      <dsp:nvSpPr>
        <dsp:cNvPr id="0" name=""/>
        <dsp:cNvSpPr/>
      </dsp:nvSpPr>
      <dsp:spPr>
        <a:xfrm rot="16200000">
          <a:off x="-1193242" y="1669450"/>
          <a:ext cx="4012934" cy="9368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宋体" panose="02010600030101010101" pitchFamily="2" charset="-122"/>
              <a:cs typeface="+mn-cs"/>
            </a:rPr>
            <a:t>Principles of the trading system</a:t>
          </a:r>
          <a:endParaRPr lang="zh-CN" alt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宋体" panose="02010600030101010101" pitchFamily="2" charset="-122"/>
            <a:cs typeface="+mn-cs"/>
          </a:endParaRPr>
        </a:p>
      </dsp:txBody>
      <dsp:txXfrm>
        <a:off x="-1193242" y="1669450"/>
        <a:ext cx="4012934" cy="936839"/>
      </dsp:txXfrm>
    </dsp:sp>
    <dsp:sp modelId="{56139FEA-0E24-426A-8388-0295EBECFDA4}">
      <dsp:nvSpPr>
        <dsp:cNvPr id="0" name=""/>
        <dsp:cNvSpPr/>
      </dsp:nvSpPr>
      <dsp:spPr>
        <a:xfrm>
          <a:off x="1781816" y="2893"/>
          <a:ext cx="6577564" cy="762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/>
            <a:t>Trade without discrimination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/>
            <a:t>(MFN &amp; national treatment)</a:t>
          </a:r>
          <a:endParaRPr lang="zh-CN" altLang="en-US" sz="2600" kern="1200" dirty="0"/>
        </a:p>
      </dsp:txBody>
      <dsp:txXfrm>
        <a:off x="1781816" y="2893"/>
        <a:ext cx="6577564" cy="762457"/>
      </dsp:txXfrm>
    </dsp:sp>
    <dsp:sp modelId="{87808F97-28D2-41A8-8FD6-F07601B621CB}">
      <dsp:nvSpPr>
        <dsp:cNvPr id="0" name=""/>
        <dsp:cNvSpPr/>
      </dsp:nvSpPr>
      <dsp:spPr>
        <a:xfrm>
          <a:off x="1781816" y="955965"/>
          <a:ext cx="6577564" cy="6195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kern="1200" dirty="0"/>
            <a:t>Freer trade: gradually, through negotiation</a:t>
          </a:r>
          <a:endParaRPr lang="zh-CN" altLang="en-US" sz="2600" kern="1200" dirty="0"/>
        </a:p>
      </dsp:txBody>
      <dsp:txXfrm>
        <a:off x="1781816" y="955965"/>
        <a:ext cx="6577564" cy="619565"/>
      </dsp:txXfrm>
    </dsp:sp>
    <dsp:sp modelId="{5987F12B-F80A-4C3B-8257-FDB87F8166ED}">
      <dsp:nvSpPr>
        <dsp:cNvPr id="0" name=""/>
        <dsp:cNvSpPr/>
      </dsp:nvSpPr>
      <dsp:spPr>
        <a:xfrm>
          <a:off x="1781816" y="1766145"/>
          <a:ext cx="6577564" cy="762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/>
            <a:t>Predictability: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/>
            <a:t>through binding &amp; transparency</a:t>
          </a:r>
          <a:endParaRPr lang="zh-CN" altLang="en-US" sz="2600" kern="1200" dirty="0"/>
        </a:p>
      </dsp:txBody>
      <dsp:txXfrm>
        <a:off x="1781816" y="1766145"/>
        <a:ext cx="6577564" cy="762457"/>
      </dsp:txXfrm>
    </dsp:sp>
    <dsp:sp modelId="{63BC7229-34E2-4B05-B1CB-36ED33FF05C3}">
      <dsp:nvSpPr>
        <dsp:cNvPr id="0" name=""/>
        <dsp:cNvSpPr/>
      </dsp:nvSpPr>
      <dsp:spPr>
        <a:xfrm flipH="1">
          <a:off x="1781816" y="2719217"/>
          <a:ext cx="6577564" cy="600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宋体" panose="02010600030101010101" pitchFamily="2" charset="-122"/>
              <a:cs typeface="+mn-cs"/>
            </a:rPr>
            <a:t>Promoting fair competition</a:t>
          </a:r>
          <a:endParaRPr lang="zh-CN" alt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宋体" panose="02010600030101010101" pitchFamily="2" charset="-122"/>
            <a:cs typeface="+mn-cs"/>
          </a:endParaRPr>
        </a:p>
      </dsp:txBody>
      <dsp:txXfrm>
        <a:off x="1781816" y="2719217"/>
        <a:ext cx="6577564" cy="600557"/>
      </dsp:txXfrm>
    </dsp:sp>
    <dsp:sp modelId="{99071C85-DE92-4895-A70D-81FC0C2F93F2}">
      <dsp:nvSpPr>
        <dsp:cNvPr id="0" name=""/>
        <dsp:cNvSpPr/>
      </dsp:nvSpPr>
      <dsp:spPr>
        <a:xfrm>
          <a:off x="1781816" y="3510388"/>
          <a:ext cx="6577564" cy="762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宋体" panose="02010600030101010101" pitchFamily="2" charset="-122"/>
              <a:cs typeface="+mn-cs"/>
            </a:rPr>
            <a:t>Encouraging development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宋体" panose="02010600030101010101" pitchFamily="2" charset="-122"/>
              <a:cs typeface="+mn-cs"/>
            </a:rPr>
            <a:t>&amp; economic reform</a:t>
          </a:r>
          <a:endParaRPr lang="zh-CN" alt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宋体" panose="02010600030101010101" pitchFamily="2" charset="-122"/>
            <a:cs typeface="+mn-cs"/>
          </a:endParaRPr>
        </a:p>
      </dsp:txBody>
      <dsp:txXfrm>
        <a:off x="1781816" y="3510388"/>
        <a:ext cx="6577564" cy="7624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15955-C640-4D8A-A43C-7452A9E6219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9E2A7-84D7-44D5-9B24-201990000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0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877160"/>
            <a:ext cx="8246070" cy="1221639"/>
          </a:xfrm>
          <a:noFill/>
          <a:effectLst/>
        </p:spPr>
        <p:txBody>
          <a:bodyPr>
            <a:normAutofit/>
          </a:bodyPr>
          <a:lstStyle>
            <a:lvl1pPr algn="r">
              <a:defRPr sz="3600">
                <a:solidFill>
                  <a:srgbClr val="00B0F0"/>
                </a:solidFill>
                <a:effectLst>
                  <a:outerShdw blurRad="76200" dist="38100" dir="3000000" algn="ctr" rotWithShape="0">
                    <a:schemeClr val="tx1">
                      <a:alpha val="41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965" y="4098800"/>
            <a:ext cx="8246070" cy="610821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86585"/>
            <a:ext cx="8246070" cy="73929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350110"/>
            <a:ext cx="8246070" cy="3359506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433880"/>
            <a:ext cx="641361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198559"/>
            <a:ext cx="6413610" cy="351106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4" y="586585"/>
            <a:ext cx="8246071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02815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34335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5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34335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7271" y="1908769"/>
            <a:ext cx="7779529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7560" y="3435819"/>
            <a:ext cx="7789240" cy="807579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002060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7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104470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FF7D1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405"/>
            <a:ext cx="8229600" cy="3569856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5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835" y="279263"/>
            <a:ext cx="6096000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7D1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6835" y="1042788"/>
            <a:ext cx="6096000" cy="3694697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15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72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61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44700"/>
          </a:xfrm>
        </p:spPr>
        <p:txBody>
          <a:bodyPr>
            <a:normAutofit/>
          </a:bodyPr>
          <a:lstStyle>
            <a:lvl1pPr algn="r">
              <a:defRPr sz="3600" u="none" baseline="0">
                <a:solidFill>
                  <a:srgbClr val="FF7D1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7" y="1407302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222" y="1975943"/>
            <a:ext cx="4041775" cy="2886379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407302"/>
            <a:ext cx="4041775" cy="56864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945"/>
            <a:ext cx="4041775" cy="2886380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0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763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94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65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769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361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5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63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49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6369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781" y="128470"/>
            <a:ext cx="4967219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2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24000" indent="-457200">
              <a:spcBef>
                <a:spcPts val="1200"/>
              </a:spcBef>
              <a:buNone/>
            </a:pPr>
            <a:endParaRPr lang="en-US" sz="800" dirty="0"/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/>
              <a:t>1. ______________: the act of selling goods or services produced domestically to foreign markets</a:t>
            </a:r>
          </a:p>
          <a:p>
            <a:pPr marL="324000" indent="-457200">
              <a:spcBef>
                <a:spcPts val="800"/>
              </a:spcBef>
              <a:buNone/>
            </a:pPr>
            <a:endParaRPr lang="en-US" sz="2600" dirty="0"/>
          </a:p>
          <a:p>
            <a:pPr marL="324000" indent="-457200">
              <a:spcBef>
                <a:spcPts val="800"/>
              </a:spcBef>
              <a:buNone/>
            </a:pPr>
            <a:r>
              <a:rPr lang="en-US" sz="2600" dirty="0"/>
              <a:t>2. ______________: the act of bringing goods or services into a country from abroad for </a:t>
            </a:r>
            <a:r>
              <a:rPr lang="en-US" altLang="zh-CN" sz="2600" dirty="0"/>
              <a:t>domestical </a:t>
            </a:r>
            <a:r>
              <a:rPr lang="en-US" sz="2600" dirty="0"/>
              <a:t>sale or use</a:t>
            </a:r>
          </a:p>
          <a:p>
            <a:pPr marL="324000" indent="-457200">
              <a:spcBef>
                <a:spcPts val="18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 </a:t>
            </a:r>
            <a:r>
              <a:rPr lang="en-US" sz="2600" b="1" dirty="0">
                <a:sym typeface="Wingdings 2" panose="05020102010507070707" pitchFamily="18" charset="2"/>
              </a:rPr>
              <a:t>export</a:t>
            </a:r>
            <a:r>
              <a:rPr lang="en-US" sz="2600" dirty="0">
                <a:sym typeface="Wingdings 2" panose="05020102010507070707" pitchFamily="18" charset="2"/>
              </a:rPr>
              <a:t> [U, C, vt.] /</a:t>
            </a:r>
            <a:r>
              <a:rPr lang="en-US" altLang="zh-CN" sz="2600" dirty="0">
                <a:sym typeface="Wingdings 2" panose="05020102010507070707" pitchFamily="18" charset="2"/>
              </a:rPr>
              <a:t>ˈ</a:t>
            </a:r>
            <a:r>
              <a:rPr lang="en-US" altLang="zh-CN" sz="2600" dirty="0" err="1">
                <a:sym typeface="Wingdings 2" panose="05020102010507070707" pitchFamily="18" charset="2"/>
              </a:rPr>
              <a:t>ekspɔːt</a:t>
            </a:r>
            <a:r>
              <a:rPr lang="en-US" altLang="zh-CN" sz="2600" dirty="0">
                <a:sym typeface="Wingdings 2" panose="05020102010507070707" pitchFamily="18" charset="2"/>
              </a:rPr>
              <a:t> </a:t>
            </a:r>
            <a:r>
              <a:rPr lang="en-US" sz="2600" dirty="0">
                <a:sym typeface="Wingdings 2" panose="05020102010507070707" pitchFamily="18" charset="2"/>
              </a:rPr>
              <a:t> </a:t>
            </a:r>
            <a:r>
              <a:rPr lang="en-US" sz="2600" dirty="0" err="1">
                <a:sym typeface="Wingdings 2" panose="05020102010507070707" pitchFamily="18" charset="2"/>
              </a:rPr>
              <a:t>ɪkˈspɔːt</a:t>
            </a:r>
            <a:r>
              <a:rPr lang="en-US" sz="2600" dirty="0">
                <a:sym typeface="Wingdings 2" panose="05020102010507070707" pitchFamily="18" charset="2"/>
              </a:rPr>
              <a:t>; /; </a:t>
            </a:r>
            <a:r>
              <a:rPr lang="en-US" sz="2600" b="1" dirty="0">
                <a:sym typeface="Wingdings 2" panose="05020102010507070707" pitchFamily="18" charset="2"/>
              </a:rPr>
              <a:t>exporter</a:t>
            </a:r>
            <a:r>
              <a:rPr lang="en-US" sz="2600" dirty="0">
                <a:sym typeface="Wingdings 2" panose="05020102010507070707" pitchFamily="18" charset="2"/>
              </a:rPr>
              <a:t> / </a:t>
            </a:r>
            <a:r>
              <a:rPr lang="en-US" sz="2600" dirty="0" err="1">
                <a:sym typeface="Wingdings 2" panose="05020102010507070707" pitchFamily="18" charset="2"/>
              </a:rPr>
              <a:t>ekˈspɔːtə</a:t>
            </a:r>
            <a:r>
              <a:rPr lang="en-US" sz="2600" dirty="0">
                <a:sym typeface="Wingdings 2" panose="05020102010507070707" pitchFamily="18" charset="2"/>
              </a:rPr>
              <a:t>(r) / </a:t>
            </a:r>
          </a:p>
          <a:p>
            <a:pPr marL="324000" indent="-457200">
              <a:spcBef>
                <a:spcPts val="800"/>
              </a:spcBef>
              <a:buNone/>
            </a:pPr>
            <a:r>
              <a:rPr lang="en-US" sz="2600" dirty="0"/>
              <a:t>     </a:t>
            </a:r>
            <a:r>
              <a:rPr lang="en-US" sz="2600" b="1" dirty="0"/>
              <a:t>import</a:t>
            </a:r>
            <a:r>
              <a:rPr lang="en-US" sz="2600" dirty="0"/>
              <a:t> [U, C, vt.] / ˈɪmpɔːt  </a:t>
            </a:r>
            <a:r>
              <a:rPr lang="en-US" sz="2600" dirty="0" err="1"/>
              <a:t>ɪmˈpɔːt</a:t>
            </a:r>
            <a:r>
              <a:rPr lang="en-US" sz="2600" dirty="0"/>
              <a:t> /; </a:t>
            </a:r>
            <a:r>
              <a:rPr lang="en-US" sz="2600" b="1" dirty="0"/>
              <a:t>importer</a:t>
            </a:r>
            <a:r>
              <a:rPr lang="en-US" sz="2600" dirty="0"/>
              <a:t> / </a:t>
            </a:r>
            <a:r>
              <a:rPr lang="en-US" sz="2600" dirty="0" err="1"/>
              <a:t>ɪmˈpɔːtə</a:t>
            </a:r>
            <a:r>
              <a:rPr lang="en-US" sz="2600" dirty="0"/>
              <a:t>(r) /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E7A655-D6FD-4DBF-96E3-25DBD2AA9915}"/>
              </a:ext>
            </a:extLst>
          </p:cNvPr>
          <p:cNvSpPr/>
          <p:nvPr/>
        </p:nvSpPr>
        <p:spPr>
          <a:xfrm>
            <a:off x="601670" y="1044701"/>
            <a:ext cx="2137870" cy="54581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export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8AC613-AE17-4A2B-A935-99889CBE9BA2}"/>
              </a:ext>
            </a:extLst>
          </p:cNvPr>
          <p:cNvSpPr/>
          <p:nvPr/>
        </p:nvSpPr>
        <p:spPr>
          <a:xfrm>
            <a:off x="601670" y="2419044"/>
            <a:ext cx="2137870" cy="62743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import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18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781" y="128470"/>
            <a:ext cx="4967219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24000" indent="-457200">
              <a:spcBef>
                <a:spcPts val="800"/>
              </a:spcBef>
              <a:buNone/>
            </a:pPr>
            <a:endParaRPr lang="en-US" sz="800" dirty="0"/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/>
              <a:t>3. ______________: the cross-border trade in which goods pass through a third country to their final destination, but ownership of the goods does not pass to the third country</a:t>
            </a:r>
          </a:p>
          <a:p>
            <a:pPr marL="324000" indent="-457200">
              <a:spcBef>
                <a:spcPts val="800"/>
              </a:spcBef>
              <a:buNone/>
            </a:pPr>
            <a:endParaRPr lang="en-US" sz="2600" dirty="0"/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/>
              <a:t>4. ______________:  </a:t>
            </a:r>
            <a:r>
              <a:rPr lang="en-US" altLang="zh-CN" sz="2600" dirty="0"/>
              <a:t>the practice of importing goods from one country and re-exporting them to another country after adding some value, with or without undergoing additional processing and with no import duties imposed</a:t>
            </a:r>
            <a:endParaRPr lang="en-US" sz="2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8AC613-AE17-4A2B-A935-99889CBE9BA2}"/>
              </a:ext>
            </a:extLst>
          </p:cNvPr>
          <p:cNvSpPr/>
          <p:nvPr/>
        </p:nvSpPr>
        <p:spPr>
          <a:xfrm>
            <a:off x="601670" y="1013558"/>
            <a:ext cx="2137870" cy="6108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transit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603A29-9F58-417E-BFFF-4D2A9258AEA4}"/>
              </a:ext>
            </a:extLst>
          </p:cNvPr>
          <p:cNvSpPr/>
          <p:nvPr/>
        </p:nvSpPr>
        <p:spPr>
          <a:xfrm>
            <a:off x="448965" y="2724456"/>
            <a:ext cx="2443280" cy="6108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entrepot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30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 </a:t>
            </a:r>
            <a:r>
              <a:rPr lang="en-US" b="1" dirty="0">
                <a:sym typeface="Wingdings 2" panose="05020102010507070707" pitchFamily="18" charset="2"/>
              </a:rPr>
              <a:t>entrepot</a:t>
            </a:r>
            <a:r>
              <a:rPr lang="en-US" dirty="0">
                <a:sym typeface="Wingdings 2" panose="05020102010507070707" pitchFamily="18" charset="2"/>
              </a:rPr>
              <a:t>: / ˈ</a:t>
            </a:r>
            <a:r>
              <a:rPr lang="en-US" dirty="0" err="1">
                <a:sym typeface="Wingdings 2" panose="05020102010507070707" pitchFamily="18" charset="2"/>
              </a:rPr>
              <a:t>ɒntrəpəʊ</a:t>
            </a:r>
            <a:r>
              <a:rPr lang="en-US" dirty="0">
                <a:sym typeface="Wingdings 2" panose="05020102010507070707" pitchFamily="18" charset="2"/>
              </a:rPr>
              <a:t> /</a:t>
            </a:r>
          </a:p>
          <a:p>
            <a:pPr marL="324000" indent="-457200">
              <a:buNone/>
            </a:pPr>
            <a:r>
              <a:rPr lang="en-US" dirty="0">
                <a:sym typeface="Wingdings" panose="05000000000000000000" pitchFamily="2" charset="2"/>
              </a:rPr>
              <a:t>  - also called a </a:t>
            </a:r>
            <a:r>
              <a:rPr lang="en-US" b="1" dirty="0">
                <a:sym typeface="Wingdings" panose="05000000000000000000" pitchFamily="2" charset="2"/>
              </a:rPr>
              <a:t>transshipment port</a:t>
            </a:r>
            <a:r>
              <a:rPr lang="en-US" dirty="0">
                <a:sym typeface="Wingdings" panose="05000000000000000000" pitchFamily="2" charset="2"/>
              </a:rPr>
              <a:t>, is a trading post, port, city, or warehouse used for the import, storage, and subsequent re-export of goods with no customs duties imposed</a:t>
            </a:r>
          </a:p>
          <a:p>
            <a:pPr marL="324000" indent="-457200">
              <a:buNone/>
            </a:pPr>
            <a:r>
              <a:rPr lang="en-US" dirty="0">
                <a:sym typeface="Wingdings" panose="05000000000000000000" pitchFamily="2" charset="2"/>
              </a:rPr>
              <a:t>  - an intermediary in the global supply chain</a:t>
            </a:r>
          </a:p>
          <a:p>
            <a:pPr marL="324000" indent="-457200">
              <a:buNone/>
            </a:pPr>
            <a:r>
              <a:rPr lang="en-US" dirty="0">
                <a:sym typeface="Wingdings 2" panose="05020102010507070707" pitchFamily="18" charset="2"/>
              </a:rPr>
              <a:t> </a:t>
            </a:r>
            <a:r>
              <a:rPr lang="en-US" b="1" dirty="0">
                <a:sym typeface="Wingdings 2" panose="05020102010507070707" pitchFamily="18" charset="2"/>
              </a:rPr>
              <a:t>bonded area</a:t>
            </a:r>
            <a:r>
              <a:rPr lang="en-US" dirty="0">
                <a:sym typeface="Wingdings 2" panose="05020102010507070707" pitchFamily="18" charset="2"/>
              </a:rPr>
              <a:t>/</a:t>
            </a:r>
            <a:r>
              <a:rPr lang="en-US" b="1" dirty="0">
                <a:sym typeface="Wingdings 2" panose="05020102010507070707" pitchFamily="18" charset="2"/>
              </a:rPr>
              <a:t>zone</a:t>
            </a:r>
            <a:r>
              <a:rPr lang="en-US" dirty="0">
                <a:sym typeface="Wingdings 2" panose="05020102010507070707" pitchFamily="18" charset="2"/>
              </a:rPr>
              <a:t>/</a:t>
            </a:r>
            <a:r>
              <a:rPr lang="en-US" b="1" dirty="0">
                <a:sym typeface="Wingdings 2" panose="05020102010507070707" pitchFamily="18" charset="2"/>
              </a:rPr>
              <a:t>warehouse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909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59968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24000" indent="-457200">
              <a:spcBef>
                <a:spcPts val="1200"/>
              </a:spcBef>
              <a:buNone/>
            </a:pPr>
            <a:endParaRPr lang="en-US" sz="2600" dirty="0"/>
          </a:p>
          <a:p>
            <a:pPr marL="324000" indent="-457200">
              <a:spcBef>
                <a:spcPts val="1200"/>
              </a:spcBef>
              <a:buNone/>
            </a:pPr>
            <a:r>
              <a:rPr lang="en-US" sz="2600" dirty="0"/>
              <a:t>5. ________________: the exchange of goods and services between two nations through negotiated agreements</a:t>
            </a:r>
          </a:p>
          <a:p>
            <a:pPr marL="324000" indent="-457200">
              <a:spcBef>
                <a:spcPts val="0"/>
              </a:spcBef>
              <a:buNone/>
            </a:pPr>
            <a:endParaRPr lang="en-US" sz="2600" dirty="0"/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/>
              <a:t>6. ________________: the trading of goods and services among several countries, often under the auspices of an international agreement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8AC613-AE17-4A2B-A935-99889CBE9BA2}"/>
              </a:ext>
            </a:extLst>
          </p:cNvPr>
          <p:cNvSpPr/>
          <p:nvPr/>
        </p:nvSpPr>
        <p:spPr>
          <a:xfrm>
            <a:off x="601670" y="1579168"/>
            <a:ext cx="2443280" cy="45811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bilateral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59F3EF-6728-4A31-B459-3F87DDF328B6}"/>
              </a:ext>
            </a:extLst>
          </p:cNvPr>
          <p:cNvSpPr/>
          <p:nvPr/>
        </p:nvSpPr>
        <p:spPr>
          <a:xfrm>
            <a:off x="448965" y="2724456"/>
            <a:ext cx="2901395" cy="6108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multilateral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98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59968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24000" indent="-457200">
              <a:spcBef>
                <a:spcPts val="600"/>
              </a:spcBef>
              <a:buNone/>
            </a:pPr>
            <a:endParaRPr lang="en-US" sz="2600" dirty="0"/>
          </a:p>
          <a:p>
            <a:pPr marL="324000" indent="-457200">
              <a:spcBef>
                <a:spcPts val="600"/>
              </a:spcBef>
              <a:buNone/>
            </a:pPr>
            <a:r>
              <a:rPr lang="en-US" sz="2600" dirty="0"/>
              <a:t>7. ________________: the exchange of physical goods in every stage of production between countries</a:t>
            </a:r>
          </a:p>
          <a:p>
            <a:pPr marL="324000" indent="-457200">
              <a:spcBef>
                <a:spcPts val="1800"/>
              </a:spcBef>
              <a:buNone/>
            </a:pPr>
            <a:r>
              <a:rPr lang="en-US" sz="2600" dirty="0"/>
              <a:t>8. ________________: </a:t>
            </a:r>
            <a:r>
              <a:rPr lang="en-US" altLang="zh-CN" sz="2600" dirty="0"/>
              <a:t>the international exchange of physically intangible items such as services, income from foreign investment, intellectual property and patents</a:t>
            </a:r>
          </a:p>
          <a:p>
            <a:pPr marL="324000" indent="-457200">
              <a:spcBef>
                <a:spcPts val="1000"/>
              </a:spcBef>
              <a:buNone/>
            </a:pPr>
            <a:r>
              <a:rPr lang="en-US" altLang="zh-CN" dirty="0">
                <a:sym typeface="Wingdings 2" panose="05020102010507070707" pitchFamily="18" charset="2"/>
              </a:rPr>
              <a:t> </a:t>
            </a:r>
            <a:r>
              <a:rPr lang="en-US" altLang="zh-CN" b="1" dirty="0">
                <a:sym typeface="Wingdings 2" panose="05020102010507070707" pitchFamily="18" charset="2"/>
              </a:rPr>
              <a:t>trade in services</a:t>
            </a:r>
            <a:r>
              <a:rPr lang="en-US" altLang="zh-CN" dirty="0">
                <a:sym typeface="Wingdings 2" panose="05020102010507070707" pitchFamily="18" charset="2"/>
              </a:rPr>
              <a:t>/</a:t>
            </a:r>
            <a:r>
              <a:rPr lang="en-US" altLang="zh-CN" b="1" dirty="0">
                <a:sym typeface="Wingdings 2" panose="05020102010507070707" pitchFamily="18" charset="2"/>
              </a:rPr>
              <a:t>services trade</a:t>
            </a:r>
          </a:p>
          <a:p>
            <a:pPr marL="324000" indent="-457200">
              <a:spcBef>
                <a:spcPts val="1000"/>
              </a:spcBef>
              <a:buNone/>
            </a:pPr>
            <a:r>
              <a:rPr lang="en-US" altLang="zh-CN" dirty="0">
                <a:sym typeface="Wingdings 2" panose="05020102010507070707" pitchFamily="18" charset="2"/>
              </a:rPr>
              <a:t></a:t>
            </a:r>
            <a:r>
              <a:rPr lang="en-US" altLang="zh-CN" b="1" dirty="0">
                <a:sym typeface="Wingdings 2" panose="05020102010507070707" pitchFamily="18" charset="2"/>
              </a:rPr>
              <a:t> tangible goods; intangible goods</a:t>
            </a:r>
            <a:endParaRPr lang="en-US" altLang="zh-CN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E7A655-D6FD-4DBF-96E3-25DBD2AA9915}"/>
              </a:ext>
            </a:extLst>
          </p:cNvPr>
          <p:cNvSpPr/>
          <p:nvPr/>
        </p:nvSpPr>
        <p:spPr>
          <a:xfrm>
            <a:off x="0" y="1044701"/>
            <a:ext cx="8856890" cy="6108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rPr>
              <a:t>visible trade</a:t>
            </a:r>
            <a:r>
              <a:rPr kumimoji="0" lang="en-US" altLang="zh-CN" sz="27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rPr>
              <a:t>/</a:t>
            </a:r>
            <a:r>
              <a:rPr lang="en-US" altLang="zh-CN" sz="2700" b="1" kern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trade in goods</a:t>
            </a:r>
            <a:r>
              <a:rPr lang="en-US" altLang="zh-CN" sz="2700" kern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/</a:t>
            </a:r>
            <a:r>
              <a:rPr lang="en-US" altLang="zh-CN" sz="2700" b="1" kern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goods trade</a:t>
            </a:r>
            <a:r>
              <a:rPr lang="en-US" altLang="zh-CN" sz="2700" kern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/</a:t>
            </a:r>
            <a:r>
              <a:rPr kumimoji="0" lang="en-US" altLang="zh-CN" sz="2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rPr>
              <a:t>merchandise</a:t>
            </a:r>
            <a:r>
              <a:rPr kumimoji="0" lang="en-US" altLang="zh-CN" sz="27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rPr>
              <a:t> trade</a:t>
            </a:r>
            <a:endParaRPr kumimoji="0" lang="zh-CN" altLang="en-US" sz="2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603A29-9F58-417E-BFFF-4D2A9258AEA4}"/>
              </a:ext>
            </a:extLst>
          </p:cNvPr>
          <p:cNvSpPr/>
          <p:nvPr/>
        </p:nvSpPr>
        <p:spPr>
          <a:xfrm>
            <a:off x="601670" y="2419046"/>
            <a:ext cx="2443280" cy="6108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invisible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21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0"/>
            <a:ext cx="8856890" cy="409879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24000" indent="-324000">
              <a:spcBef>
                <a:spcPts val="0"/>
              </a:spcBef>
            </a:pPr>
            <a:r>
              <a:rPr lang="en-US" altLang="zh-CN" sz="2600" b="1" dirty="0">
                <a:sym typeface="Wingdings 2" panose="05020102010507070707" pitchFamily="18" charset="2"/>
              </a:rPr>
              <a:t>goods</a:t>
            </a:r>
            <a:r>
              <a:rPr lang="en-US" altLang="zh-CN" sz="2600" dirty="0">
                <a:sym typeface="Wingdings 2" panose="05020102010507070707" pitchFamily="18" charset="2"/>
              </a:rPr>
              <a:t> [</a:t>
            </a:r>
            <a:r>
              <a:rPr lang="en-US" altLang="zh-CN" sz="2600" i="1" dirty="0">
                <a:sym typeface="Wingdings 2" panose="05020102010507070707" pitchFamily="18" charset="2"/>
              </a:rPr>
              <a:t>n.</a:t>
            </a:r>
            <a:r>
              <a:rPr lang="en-US" altLang="zh-CN" sz="2600" dirty="0">
                <a:sym typeface="Wingdings 2" panose="05020102010507070707" pitchFamily="18" charset="2"/>
              </a:rPr>
              <a:t> plural]</a:t>
            </a:r>
          </a:p>
          <a:p>
            <a:pPr marL="324000" indent="-457200">
              <a:spcBef>
                <a:spcPts val="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  - (a broad term) </a:t>
            </a:r>
            <a:r>
              <a:rPr lang="en-US" altLang="zh-CN" sz="2600" u="sng" dirty="0">
                <a:sym typeface="Wingdings 2" panose="05020102010507070707" pitchFamily="18" charset="2"/>
              </a:rPr>
              <a:t>tangible items</a:t>
            </a:r>
            <a:r>
              <a:rPr lang="en-US" altLang="zh-CN" sz="2600" dirty="0">
                <a:sym typeface="Wingdings 2" panose="05020102010507070707" pitchFamily="18" charset="2"/>
              </a:rPr>
              <a:t> </a:t>
            </a:r>
          </a:p>
          <a:p>
            <a:pPr marL="324000" indent="-457200">
              <a:spcBef>
                <a:spcPts val="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  - in various stages of production, including raw materials, finished products, and commodities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  - </a:t>
            </a:r>
            <a:r>
              <a:rPr lang="en-US" altLang="zh-CN" sz="2600" i="1" dirty="0">
                <a:sym typeface="Wingdings 2" panose="05020102010507070707" pitchFamily="18" charset="2"/>
              </a:rPr>
              <a:t>more commonly used in the legal and economic context</a:t>
            </a:r>
          </a:p>
          <a:p>
            <a:pPr marL="324000" indent="-324000">
              <a:spcBef>
                <a:spcPts val="1200"/>
              </a:spcBef>
            </a:pPr>
            <a:r>
              <a:rPr lang="en-US" sz="2600" b="1" dirty="0">
                <a:sym typeface="Wingdings 2" panose="05020102010507070707" pitchFamily="18" charset="2"/>
              </a:rPr>
              <a:t>merchandise</a:t>
            </a:r>
            <a:r>
              <a:rPr lang="en-US" sz="2600" dirty="0">
                <a:sym typeface="Wingdings 2" panose="05020102010507070707" pitchFamily="18" charset="2"/>
              </a:rPr>
              <a:t> [U]</a:t>
            </a:r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- </a:t>
            </a:r>
            <a:r>
              <a:rPr lang="en-US" sz="2600" u="sng" dirty="0">
                <a:sym typeface="Wingdings 2" panose="05020102010507070707" pitchFamily="18" charset="2"/>
              </a:rPr>
              <a:t>tangible items</a:t>
            </a:r>
            <a:r>
              <a:rPr lang="en-US" sz="2600" dirty="0">
                <a:sym typeface="Wingdings 2" panose="05020102010507070707" pitchFamily="18" charset="2"/>
              </a:rPr>
              <a:t> that are available for purchase by consumers </a:t>
            </a:r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- typically finished products and consumer goods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- </a:t>
            </a:r>
            <a:r>
              <a:rPr lang="en-US" sz="2600" i="1" dirty="0">
                <a:sym typeface="Wingdings 2" panose="05020102010507070707" pitchFamily="18" charset="2"/>
              </a:rPr>
              <a:t>more commonly used in the retail industry</a:t>
            </a:r>
            <a:r>
              <a:rPr lang="en-US" altLang="zh-CN" sz="2600" i="1" dirty="0">
                <a:sym typeface="Wingdings 2" panose="050201020105070707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768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24000" indent="-324000"/>
            <a:r>
              <a:rPr lang="en-US" altLang="zh-CN" sz="2600" b="1" dirty="0">
                <a:sym typeface="Wingdings 2" panose="05020102010507070707" pitchFamily="18" charset="2"/>
              </a:rPr>
              <a:t>commodity </a:t>
            </a:r>
            <a:r>
              <a:rPr lang="en-US" altLang="zh-CN" sz="2600" dirty="0">
                <a:sym typeface="Wingdings 2" panose="05020102010507070707" pitchFamily="18" charset="2"/>
              </a:rPr>
              <a:t>[C]</a:t>
            </a:r>
          </a:p>
          <a:p>
            <a:pPr marL="324000" indent="-457200"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  - a raw material or primary agricultural product</a:t>
            </a:r>
          </a:p>
          <a:p>
            <a:pPr marL="324000" indent="-457200"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  - such as gold, oil, wheat, grain, coffee, etc.</a:t>
            </a:r>
          </a:p>
          <a:p>
            <a:pPr marL="324000" marR="0" lvl="0" indent="-3240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 2" panose="05020102010507070707" pitchFamily="18" charset="2"/>
              </a:rPr>
              <a:t>product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 2" panose="05020102010507070707" pitchFamily="18" charset="2"/>
              </a:rPr>
              <a:t> [C]</a:t>
            </a:r>
          </a:p>
          <a:p>
            <a:pPr marL="324000" lvl="0" indent="-432000"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  - items that are created</a:t>
            </a:r>
            <a:r>
              <a:rPr lang="en-US" altLang="zh-CN" sz="2600" dirty="0">
                <a:solidFill>
                  <a:prstClr val="black"/>
                </a:solidFill>
                <a:sym typeface="Wingdings 2" panose="05020102010507070707" pitchFamily="18" charset="2"/>
              </a:rPr>
              <a:t>, produced or manufactured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, as a result of a specific process or activity </a:t>
            </a:r>
          </a:p>
          <a:p>
            <a:pPr marL="324000" lvl="0" indent="-432000">
              <a:buNone/>
              <a:defRPr/>
            </a:pPr>
            <a:r>
              <a:rPr lang="en-US" altLang="zh-CN" sz="2600" dirty="0">
                <a:solidFill>
                  <a:prstClr val="black"/>
                </a:solidFill>
                <a:latin typeface="Calibri"/>
                <a:sym typeface="Wingdings 2" panose="05020102010507070707" pitchFamily="18" charset="2"/>
              </a:rPr>
              <a:t>  -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including </a:t>
            </a:r>
            <a:r>
              <a:rPr kumimoji="0" lang="en-US" altLang="zh-CN" sz="2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both tangible and intangible items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 such as physical goods, services, software, or intellectual property, etc.</a:t>
            </a:r>
          </a:p>
        </p:txBody>
      </p:sp>
    </p:spTree>
    <p:extLst>
      <p:ext uri="{BB962C8B-B14F-4D97-AF65-F5344CB8AC3E}">
        <p14:creationId xmlns:p14="http://schemas.microsoft.com/office/powerpoint/2010/main" val="299839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24000" marR="0" lvl="0" indent="-324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 2" panose="05020102010507070707" pitchFamily="18" charset="2"/>
              </a:rPr>
              <a:t>cargo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 2" panose="05020102010507070707" pitchFamily="18" charset="2"/>
              </a:rPr>
              <a:t> [C, U]</a:t>
            </a:r>
          </a:p>
          <a:p>
            <a:pPr marL="324000" marR="0" lvl="0" indent="-432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  - goods that are being transported by ships, aircrafts, or other large vehicles</a:t>
            </a:r>
          </a:p>
          <a:p>
            <a:pPr marL="324000" marR="0" lvl="0" indent="-432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 cargo plane, cargo ship ( freight plane, freight ship)</a:t>
            </a:r>
          </a:p>
          <a:p>
            <a:pPr marL="324000" indent="-324000">
              <a:defRPr/>
            </a:pPr>
            <a:r>
              <a:rPr lang="en-US" altLang="zh-CN" sz="2600" b="1" dirty="0">
                <a:solidFill>
                  <a:prstClr val="black"/>
                </a:solidFill>
                <a:latin typeface="Calibri"/>
                <a:sym typeface="Wingdings 2" panose="05020102010507070707" pitchFamily="18" charset="2"/>
              </a:rPr>
              <a:t>freight</a:t>
            </a:r>
            <a:r>
              <a:rPr lang="en-US" altLang="zh-CN" sz="2600" dirty="0">
                <a:solidFill>
                  <a:prstClr val="black"/>
                </a:solidFill>
                <a:latin typeface="Calibri"/>
                <a:sym typeface="Wingdings 2" panose="05020102010507070707" pitchFamily="18" charset="2"/>
              </a:rPr>
              <a:t> [U]</a:t>
            </a:r>
          </a:p>
          <a:p>
            <a:pPr marL="0" indent="0"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  - goods that are being transported by trains,</a:t>
            </a:r>
            <a:r>
              <a:rPr kumimoji="0" lang="en-US" altLang="zh-CN" sz="2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 2" panose="05020102010507070707" pitchFamily="18" charset="2"/>
              </a:rPr>
              <a:t>trucks or ships</a:t>
            </a:r>
          </a:p>
          <a:p>
            <a:pPr marL="0" indent="0">
              <a:buNone/>
              <a:defRPr/>
            </a:pPr>
            <a:r>
              <a:rPr lang="en-US" altLang="zh-CN" sz="2600" dirty="0">
                <a:solidFill>
                  <a:prstClr val="black"/>
                </a:solidFill>
                <a:latin typeface="Calibri"/>
                <a:sym typeface="Wingdings 2" panose="05020102010507070707" pitchFamily="18" charset="2"/>
              </a:rPr>
              <a:t> freight truck, freight train ( cargo truck, cargo train)</a:t>
            </a:r>
          </a:p>
          <a:p>
            <a:pPr marL="0" indent="0">
              <a:buNone/>
              <a:defRPr/>
            </a:pPr>
            <a:r>
              <a:rPr lang="en-US" sz="2600" dirty="0">
                <a:sym typeface="Wingdings 2" panose="05020102010507070707" pitchFamily="18" charset="2"/>
              </a:rPr>
              <a:t>  - the </a:t>
            </a:r>
            <a:r>
              <a:rPr lang="en-US" sz="2600" u="sng" dirty="0">
                <a:sym typeface="Wingdings 2" panose="05020102010507070707" pitchFamily="18" charset="2"/>
              </a:rPr>
              <a:t>payment</a:t>
            </a:r>
            <a:r>
              <a:rPr lang="en-US" sz="2600" dirty="0">
                <a:sym typeface="Wingdings 2" panose="05020102010507070707" pitchFamily="18" charset="2"/>
              </a:rPr>
              <a:t> or </a:t>
            </a:r>
            <a:r>
              <a:rPr lang="en-US" sz="2600" u="sng" dirty="0">
                <a:sym typeface="Wingdings 2" panose="05020102010507070707" pitchFamily="18" charset="2"/>
              </a:rPr>
              <a:t>money</a:t>
            </a:r>
            <a:r>
              <a:rPr lang="en-US" sz="2600" dirty="0">
                <a:sym typeface="Wingdings 2" panose="05020102010507070707" pitchFamily="18" charset="2"/>
              </a:rPr>
              <a:t> charged for transporting goods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2DA6CDB3-8937-4C3A-8C6C-651510C5477F}"/>
              </a:ext>
            </a:extLst>
          </p:cNvPr>
          <p:cNvSpPr/>
          <p:nvPr/>
        </p:nvSpPr>
        <p:spPr>
          <a:xfrm>
            <a:off x="8001158" y="3640685"/>
            <a:ext cx="999287" cy="764438"/>
          </a:xfrm>
          <a:prstGeom prst="wedgeRectCallout">
            <a:avLst>
              <a:gd name="adj1" fmla="val -86979"/>
              <a:gd name="adj2" fmla="val 51570"/>
            </a:avLst>
          </a:prstGeom>
          <a:solidFill>
            <a:schemeClr val="bg1"/>
          </a:solidFill>
          <a:ln>
            <a:solidFill>
              <a:srgbClr val="578B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ndara" panose="020E0502030303020204" pitchFamily="34" charset="0"/>
              </a:rPr>
              <a:t>CFR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ndara" panose="020E0502030303020204" pitchFamily="34" charset="0"/>
              </a:rPr>
              <a:t>CIF</a:t>
            </a:r>
            <a:endParaRPr lang="zh-CN" altLang="en-US" sz="2400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4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24000" indent="-324000"/>
            <a:r>
              <a:rPr lang="en-US" altLang="zh-CN" sz="2600" b="1" dirty="0">
                <a:sym typeface="Wingdings 2" panose="05020102010507070707" pitchFamily="18" charset="2"/>
              </a:rPr>
              <a:t>stock</a:t>
            </a:r>
            <a:r>
              <a:rPr lang="en-US" altLang="zh-CN" sz="2600" dirty="0">
                <a:sym typeface="Wingdings 2" panose="05020102010507070707" pitchFamily="18" charset="2"/>
              </a:rPr>
              <a:t> [U]</a:t>
            </a:r>
          </a:p>
          <a:p>
            <a:pPr marL="324000" indent="-457200">
              <a:buNone/>
            </a:pPr>
            <a:r>
              <a:rPr lang="en-US" sz="2600" dirty="0">
                <a:sym typeface="Wingdings 2" panose="05020102010507070707" pitchFamily="18" charset="2"/>
              </a:rPr>
              <a:t>  - the total supply of </a:t>
            </a:r>
            <a:r>
              <a:rPr lang="en-US" altLang="zh-CN" sz="2600" dirty="0">
                <a:sym typeface="Wingdings 2" panose="05020102010507070707" pitchFamily="18" charset="2"/>
              </a:rPr>
              <a:t>finished </a:t>
            </a:r>
            <a:r>
              <a:rPr lang="en-US" sz="2600" dirty="0">
                <a:sym typeface="Wingdings 2" panose="05020102010507070707" pitchFamily="18" charset="2"/>
              </a:rPr>
              <a:t>goods </a:t>
            </a:r>
            <a:r>
              <a:rPr lang="en-US" altLang="zh-CN" sz="2600" dirty="0">
                <a:sym typeface="Wingdings 2" panose="05020102010507070707" pitchFamily="18" charset="2"/>
              </a:rPr>
              <a:t>possessed by a business that is available for retail or wholesale</a:t>
            </a:r>
            <a:endParaRPr lang="en-US" sz="2600" dirty="0">
              <a:sym typeface="Wingdings 2" panose="05020102010507070707" pitchFamily="18" charset="2"/>
            </a:endParaRPr>
          </a:p>
          <a:p>
            <a:pPr marL="324000" indent="-324000">
              <a:spcBef>
                <a:spcPts val="1800"/>
              </a:spcBef>
            </a:pPr>
            <a:r>
              <a:rPr lang="en-US" sz="2600" b="1" dirty="0">
                <a:sym typeface="Wingdings 2" panose="05020102010507070707" pitchFamily="18" charset="2"/>
              </a:rPr>
              <a:t>article</a:t>
            </a:r>
            <a:r>
              <a:rPr lang="en-US" sz="2600" dirty="0">
                <a:sym typeface="Wingdings 2" panose="05020102010507070707" pitchFamily="18" charset="2"/>
              </a:rPr>
              <a:t> [C]</a:t>
            </a:r>
          </a:p>
          <a:p>
            <a:pPr marL="0" indent="0">
              <a:buNone/>
            </a:pPr>
            <a:r>
              <a:rPr lang="en-US" sz="2600" dirty="0">
                <a:sym typeface="Wingdings 2" panose="05020102010507070707" pitchFamily="18" charset="2"/>
              </a:rPr>
              <a:t>  - a particular item or object, especially one of a set</a:t>
            </a:r>
          </a:p>
          <a:p>
            <a:pPr marL="0" indent="0">
              <a:buNone/>
            </a:pPr>
            <a:r>
              <a:rPr lang="en-US" sz="2600" dirty="0">
                <a:sym typeface="Wingdings 2" panose="05020102010507070707" pitchFamily="18" charset="2"/>
              </a:rPr>
              <a:t>    e.g. article number (</a:t>
            </a:r>
            <a:r>
              <a:rPr lang="en-US" sz="2600" dirty="0" err="1">
                <a:sym typeface="Wingdings 2" panose="05020102010507070707" pitchFamily="18" charset="2"/>
              </a:rPr>
              <a:t>Art.No</a:t>
            </a:r>
            <a:r>
              <a:rPr lang="en-US" sz="2600" dirty="0">
                <a:sym typeface="Wingdings 2" panose="05020102010507070707" pitchFamily="18" charset="2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29173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60000" indent="-457200">
              <a:buNone/>
            </a:pPr>
            <a:endParaRPr lang="en-US" sz="800" dirty="0">
              <a:sym typeface="Wingdings 2" panose="05020102010507070707" pitchFamily="18" charset="2"/>
            </a:endParaRPr>
          </a:p>
          <a:p>
            <a:pPr marL="360000" indent="-457200">
              <a:spcBef>
                <a:spcPts val="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9. ________________: a type of trade in which domestic firms import raw materials, auxiliary materials, </a:t>
            </a:r>
            <a:r>
              <a:rPr lang="en-US" sz="2600" i="1" dirty="0">
                <a:sym typeface="Wingdings 2" panose="05020102010507070707" pitchFamily="18" charset="2"/>
              </a:rPr>
              <a:t>parts and components</a:t>
            </a:r>
            <a:r>
              <a:rPr lang="en-US" sz="2600" dirty="0">
                <a:sym typeface="Wingdings 2" panose="05020102010507070707" pitchFamily="18" charset="2"/>
              </a:rPr>
              <a:t>, accessories, and packaging materials from abroad, and re-export finished products after processing or assembling these materials or parts</a:t>
            </a:r>
          </a:p>
          <a:p>
            <a:pPr marL="360000" indent="-457200">
              <a:spcBef>
                <a:spcPts val="18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 </a:t>
            </a:r>
            <a:r>
              <a:rPr lang="en-US" altLang="zh-CN" sz="2600" b="1" dirty="0">
                <a:sym typeface="Wingdings 2" panose="05020102010507070707" pitchFamily="18" charset="2"/>
              </a:rPr>
              <a:t>processing with imported materials </a:t>
            </a:r>
            <a:r>
              <a:rPr lang="en-US" altLang="zh-CN" sz="2600" dirty="0">
                <a:sym typeface="Wingdings 2" panose="05020102010507070707" pitchFamily="18" charset="2"/>
              </a:rPr>
              <a:t>(import-and-assembly)</a:t>
            </a:r>
            <a:endParaRPr lang="en-US" sz="2600" dirty="0">
              <a:sym typeface="Wingdings 2" panose="05020102010507070707" pitchFamily="18" charset="2"/>
            </a:endParaRPr>
          </a:p>
          <a:p>
            <a:pPr marL="360000" indent="-457200">
              <a:spcBef>
                <a:spcPts val="6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   </a:t>
            </a:r>
            <a:r>
              <a:rPr lang="en-US" altLang="zh-CN" sz="2600" b="1" dirty="0">
                <a:sym typeface="Wingdings 2" panose="05020102010507070707" pitchFamily="18" charset="2"/>
              </a:rPr>
              <a:t>processing with supplied materials </a:t>
            </a:r>
            <a:r>
              <a:rPr lang="en-US" altLang="zh-CN" sz="2600" dirty="0">
                <a:sym typeface="Wingdings 2" panose="05020102010507070707" pitchFamily="18" charset="2"/>
              </a:rPr>
              <a:t>(pure assembly)</a:t>
            </a:r>
            <a:endParaRPr lang="en-US" sz="2600" dirty="0">
              <a:sym typeface="Wingdings 2" panose="05020102010507070707" pitchFamily="18" charset="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C83627-C821-4E1F-B22E-B85D5F84F8D5}"/>
              </a:ext>
            </a:extLst>
          </p:cNvPr>
          <p:cNvSpPr/>
          <p:nvPr/>
        </p:nvSpPr>
        <p:spPr>
          <a:xfrm>
            <a:off x="448965" y="1013217"/>
            <a:ext cx="2748690" cy="6108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processing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4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 tIns="144000">
            <a:normAutofit/>
          </a:bodyPr>
          <a:lstStyle/>
          <a:p>
            <a:pPr marL="324000" indent="-457200">
              <a:spcBef>
                <a:spcPts val="12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10. __________________: a form of trade in which the supplier (exporter) of machinery, technology, manufacturing facilities or </a:t>
            </a:r>
            <a:r>
              <a:rPr lang="en-US" altLang="zh-CN" sz="2600" dirty="0">
                <a:sym typeface="Wingdings 2" panose="05020102010507070707" pitchFamily="18" charset="2"/>
              </a:rPr>
              <a:t>raw materials to a foreign enterprise </a:t>
            </a:r>
            <a:r>
              <a:rPr lang="en-US" sz="2600" dirty="0">
                <a:sym typeface="Wingdings 2" panose="05020102010507070707" pitchFamily="18" charset="2"/>
              </a:rPr>
              <a:t>agrees to </a:t>
            </a:r>
            <a:r>
              <a:rPr lang="en-US" altLang="zh-CN" sz="2600" dirty="0">
                <a:sym typeface="Wingdings 2" panose="05020102010507070707" pitchFamily="18" charset="2"/>
              </a:rPr>
              <a:t>be paid in the form of part of that enterprise’s output over an agreed-on period</a:t>
            </a:r>
            <a:r>
              <a:rPr lang="en-US" sz="2600" dirty="0">
                <a:sym typeface="Wingdings 2" panose="05020102010507070707" pitchFamily="18" charset="2"/>
              </a:rPr>
              <a:t> </a:t>
            </a:r>
          </a:p>
          <a:p>
            <a:pPr marL="324000" indent="-457200">
              <a:spcBef>
                <a:spcPts val="12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11. ________________: a reciprocal form of international trade in which goods or services are exchanged for other goods or services rather than for hard currency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C83627-C821-4E1F-B22E-B85D5F84F8D5}"/>
              </a:ext>
            </a:extLst>
          </p:cNvPr>
          <p:cNvSpPr/>
          <p:nvPr/>
        </p:nvSpPr>
        <p:spPr>
          <a:xfrm>
            <a:off x="601670" y="1044701"/>
            <a:ext cx="3206805" cy="61081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compensation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4938E-43DE-4628-B07A-5F709B387B48}"/>
              </a:ext>
            </a:extLst>
          </p:cNvPr>
          <p:cNvSpPr/>
          <p:nvPr/>
        </p:nvSpPr>
        <p:spPr>
          <a:xfrm>
            <a:off x="601670" y="3182570"/>
            <a:ext cx="2748690" cy="6108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counter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12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0"/>
            <a:ext cx="8856890" cy="4098799"/>
          </a:xfrm>
          <a:solidFill>
            <a:schemeClr val="bg1"/>
          </a:solidFill>
        </p:spPr>
        <p:txBody>
          <a:bodyPr tIns="144000">
            <a:normAutofit lnSpcReduction="10000"/>
          </a:bodyPr>
          <a:lstStyle/>
          <a:p>
            <a:pPr marL="324000" indent="-457200">
              <a:spcBef>
                <a:spcPts val="12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12. __________________:  a type of trade in which two countries exchange goods that are similar to those produced in the other country</a:t>
            </a:r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   - the exchange of similar goods within the same industry between countries</a:t>
            </a:r>
          </a:p>
          <a:p>
            <a:pPr marL="324000" indent="-457200">
              <a:spcBef>
                <a:spcPts val="12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13. __________________: a type of trade in which a country exports goods from a completely different sector than those it imports from its trading partner</a:t>
            </a:r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   - the exchange of goods from different industries between countries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C83627-C821-4E1F-B22E-B85D5F84F8D5}"/>
              </a:ext>
            </a:extLst>
          </p:cNvPr>
          <p:cNvSpPr/>
          <p:nvPr/>
        </p:nvSpPr>
        <p:spPr>
          <a:xfrm>
            <a:off x="601670" y="942489"/>
            <a:ext cx="3206805" cy="6108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intra-industry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4938E-43DE-4628-B07A-5F709B387B48}"/>
              </a:ext>
            </a:extLst>
          </p:cNvPr>
          <p:cNvSpPr/>
          <p:nvPr/>
        </p:nvSpPr>
        <p:spPr>
          <a:xfrm>
            <a:off x="448964" y="2844926"/>
            <a:ext cx="3512215" cy="76352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inter-industry trade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24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Trade barriers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8B10C8B1-51DB-4518-83BF-99D9A403FA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1" y="1044692"/>
          <a:ext cx="9018413" cy="3970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AB0A04DA-5B16-4A6A-84FF-9D9254DE8C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8720" y="4620458"/>
            <a:ext cx="610820" cy="4491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CB9F4AA-4706-406C-9806-42BAE11DDF2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60662"/>
          <a:stretch/>
        </p:blipFill>
        <p:spPr>
          <a:xfrm>
            <a:off x="5793640" y="5049586"/>
            <a:ext cx="610820" cy="176698"/>
          </a:xfrm>
          <a:prstGeom prst="rect">
            <a:avLst/>
          </a:prstGeom>
        </p:spPr>
      </p:pic>
      <p:sp>
        <p:nvSpPr>
          <p:cNvPr id="3" name="矩形: 圆角 2">
            <a:hlinkClick r:id="rId8" action="ppaction://hlinksldjump"/>
            <a:extLst>
              <a:ext uri="{FF2B5EF4-FFF2-40B4-BE49-F238E27FC236}">
                <a16:creationId xmlns:a16="http://schemas.microsoft.com/office/drawing/2014/main" id="{C72B3DFD-A793-4F4B-9FAF-1FB36878C938}"/>
              </a:ext>
            </a:extLst>
          </p:cNvPr>
          <p:cNvSpPr/>
          <p:nvPr/>
        </p:nvSpPr>
        <p:spPr>
          <a:xfrm>
            <a:off x="2281425" y="298453"/>
            <a:ext cx="2443279" cy="586585"/>
          </a:xfrm>
          <a:prstGeom prst="roundRect">
            <a:avLst/>
          </a:prstGeom>
          <a:solidFill>
            <a:srgbClr val="3874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Trade barriers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16FDF8B-01D4-4755-90D6-715F32AE5B57}"/>
              </a:ext>
            </a:extLst>
          </p:cNvPr>
          <p:cNvCxnSpPr/>
          <p:nvPr/>
        </p:nvCxnSpPr>
        <p:spPr>
          <a:xfrm>
            <a:off x="2739540" y="885038"/>
            <a:ext cx="0" cy="1596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4A19961-6A19-439F-A80A-B95E6164B4EA}"/>
              </a:ext>
            </a:extLst>
          </p:cNvPr>
          <p:cNvCxnSpPr/>
          <p:nvPr/>
        </p:nvCxnSpPr>
        <p:spPr>
          <a:xfrm>
            <a:off x="4113885" y="885038"/>
            <a:ext cx="0" cy="1596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42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02229F8-C7C1-439A-8FA7-EB28173D31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E02229F8-C7C1-439A-8FA7-EB28173D31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855B926-6863-44ED-8EB2-BCFD4F8A0A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3855B926-6863-44ED-8EB2-BCFD4F8A0A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9908031-BD6F-4897-8C6A-024792E6FB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C9908031-BD6F-4897-8C6A-024792E6FB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2B9D979-BDDE-4B05-A42A-0D99D9C99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graphicEl>
                                              <a:dgm id="{62B9D979-BDDE-4B05-A42A-0D99D9C991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68401F7-69B6-4E90-A3A3-97168066AF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graphicEl>
                                              <a:dgm id="{A68401F7-69B6-4E90-A3A3-97168066AF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CC62306-A889-42C8-89ED-A0ADEF99C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graphicEl>
                                              <a:dgm id="{4CC62306-A889-42C8-89ED-A0ADEF99C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04565D3-B82B-44E4-9059-E8E0DD758D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>
                                            <p:graphicEl>
                                              <a:dgm id="{404565D3-B82B-44E4-9059-E8E0DD758D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2E575DA-EC0D-462C-AB0C-0347C52361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graphicEl>
                                              <a:dgm id="{C2E575DA-EC0D-462C-AB0C-0347C52361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345F636-1D5C-4E45-95C3-B9212837B7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graphicEl>
                                              <a:dgm id="{C345F636-1D5C-4E45-95C3-B9212837B7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B2C0A1-D84F-4221-88D9-EBE1BC201D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graphicEl>
                                              <a:dgm id="{60B2C0A1-D84F-4221-88D9-EBE1BC201D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314E564-65E3-4FB9-B16E-B1C671FF5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>
                                            <p:graphicEl>
                                              <a:dgm id="{A314E564-65E3-4FB9-B16E-B1C671FF50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94BC611-456B-4014-B118-7CC7405B1C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>
                                            <p:graphicEl>
                                              <a:dgm id="{794BC611-456B-4014-B118-7CC7405B1C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8B73786-EDDF-4A38-9552-D5C014ECBE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>
                                            <p:graphicEl>
                                              <a:dgm id="{78B73786-EDDF-4A38-9552-D5C014ECBE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86716D-1578-4E4F-9610-8E75D2B628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>
                                            <p:graphicEl>
                                              <a:dgm id="{9986716D-1578-4E4F-9610-8E75D2B628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A1E83E2-93E1-46E0-BC82-B8398E4160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>
                                            <p:graphicEl>
                                              <a:dgm id="{0A1E83E2-93E1-46E0-BC82-B8398E4160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2A90342-AAC6-40C2-92CD-AC746CFBE3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>
                                            <p:graphicEl>
                                              <a:dgm id="{82A90342-AAC6-40C2-92CD-AC746CFBE3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8C86C4F-DE5F-4561-AA70-F868BFAE4B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C8C86C4F-DE5F-4561-AA70-F868BFAE4B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4F0D6F1-5A11-4CEB-A8E3-A740E00D9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">
                                            <p:graphicEl>
                                              <a:dgm id="{C4F0D6F1-5A11-4CEB-A8E3-A740E00D97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0024D12-6B76-4102-890A-C6AC3F568A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">
                                            <p:graphicEl>
                                              <a:dgm id="{50024D12-6B76-4102-890A-C6AC3F568A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C5B698-B48A-41DF-A98F-39EF9A538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">
                                            <p:graphicEl>
                                              <a:dgm id="{6BC5B698-B48A-41DF-A98F-39EF9A5383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6D260AB-21EC-4BC0-8144-DBE03CBA32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">
                                            <p:graphicEl>
                                              <a:dgm id="{06D260AB-21EC-4BC0-8144-DBE03CBA32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04D5B07-569B-4BFE-91FA-3B06AA2BC5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>
                                            <p:graphicEl>
                                              <a:dgm id="{C04D5B07-569B-4BFE-91FA-3B06AA2BC5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</a:t>
            </a:r>
            <a:b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Trade 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barriers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30"/>
          </a:xfrm>
          <a:solidFill>
            <a:schemeClr val="bg1"/>
          </a:solidFill>
        </p:spPr>
        <p:txBody>
          <a:bodyPr tIns="144000">
            <a:normAutofit/>
          </a:bodyPr>
          <a:lstStyle/>
          <a:p>
            <a:pPr marL="252000" indent="-252000">
              <a:spcBef>
                <a:spcPts val="600"/>
              </a:spcBef>
            </a:pPr>
            <a:r>
              <a:rPr lang="en-US" altLang="zh-CN" sz="2600" b="1" dirty="0">
                <a:sym typeface="Wingdings 2" panose="05020102010507070707" pitchFamily="18" charset="2"/>
              </a:rPr>
              <a:t>tariff </a:t>
            </a:r>
            <a:r>
              <a:rPr lang="en-US" altLang="zh-CN" sz="2600" dirty="0">
                <a:sym typeface="Wingdings 2" panose="05020102010507070707" pitchFamily="18" charset="2"/>
              </a:rPr>
              <a:t>[C]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    - </a:t>
            </a:r>
            <a:r>
              <a:rPr lang="en-US" altLang="zh-CN" sz="2600" b="1" dirty="0">
                <a:sym typeface="Wingdings 2" panose="05020102010507070707" pitchFamily="18" charset="2"/>
              </a:rPr>
              <a:t>duty</a:t>
            </a:r>
            <a:r>
              <a:rPr lang="en-US" altLang="zh-CN" sz="2600" dirty="0">
                <a:solidFill>
                  <a:prstClr val="black"/>
                </a:solidFill>
                <a:sym typeface="Wingdings 2" panose="05020102010507070707" pitchFamily="18" charset="2"/>
              </a:rPr>
              <a:t> [C] /</a:t>
            </a:r>
            <a:r>
              <a:rPr lang="en-US" altLang="zh-CN" sz="2600" dirty="0">
                <a:sym typeface="Wingdings 2" panose="05020102010507070707" pitchFamily="18" charset="2"/>
              </a:rPr>
              <a:t> </a:t>
            </a:r>
            <a:r>
              <a:rPr lang="en-US" altLang="zh-CN" sz="2600" b="1" dirty="0">
                <a:sym typeface="Wingdings 2" panose="05020102010507070707" pitchFamily="18" charset="2"/>
              </a:rPr>
              <a:t>customs duty</a:t>
            </a:r>
            <a:r>
              <a:rPr lang="en-US" altLang="zh-CN" sz="2600" dirty="0">
                <a:sym typeface="Wingdings 2" panose="05020102010507070707" pitchFamily="18" charset="2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    - </a:t>
            </a:r>
            <a:r>
              <a:rPr lang="en-US" altLang="zh-CN" sz="2600" b="1" dirty="0">
                <a:sym typeface="Wingdings 2" panose="05020102010507070707" pitchFamily="18" charset="2"/>
              </a:rPr>
              <a:t>customs</a:t>
            </a:r>
            <a:r>
              <a:rPr lang="en-US" altLang="zh-CN" sz="2600" dirty="0">
                <a:sym typeface="Wingdings 2" panose="05020102010507070707" pitchFamily="18" charset="2"/>
              </a:rPr>
              <a:t> [</a:t>
            </a:r>
            <a:r>
              <a:rPr lang="en-US" altLang="zh-CN" sz="2600" i="1" dirty="0">
                <a:sym typeface="Wingdings 2" panose="05020102010507070707" pitchFamily="18" charset="2"/>
              </a:rPr>
              <a:t>plural</a:t>
            </a:r>
            <a:r>
              <a:rPr lang="en-US" altLang="zh-CN" sz="2600" dirty="0">
                <a:sym typeface="Wingdings 2" panose="05020102010507070707" pitchFamily="18" charset="2"/>
              </a:rPr>
              <a:t>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-  to impose/introduce/levy/put ~ on (goods)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-  to pay ~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-  to avoid/escape/evade ~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-  to cut ~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-  to eliminate/remove ~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2600" dirty="0">
              <a:sym typeface="Wingdings 2" panose="050201020105070707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2600" dirty="0"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5522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0"/>
            <a:ext cx="4733855" cy="739290"/>
          </a:xfrm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Reading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EA6381-D46F-4D21-83BA-CBB7BB77A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55" y="891995"/>
            <a:ext cx="8856890" cy="3970330"/>
          </a:xfrm>
          <a:solidFill>
            <a:schemeClr val="bg1"/>
          </a:solidFill>
        </p:spPr>
        <p:txBody>
          <a:bodyPr tIns="180000"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zh-CN" sz="2600" dirty="0">
                <a:solidFill>
                  <a:prstClr val="black"/>
                </a:solidFill>
              </a:rPr>
              <a:t>Principles of the WTO multilateral trading system:</a:t>
            </a:r>
            <a:endParaRPr lang="en-US" altLang="zh-CN" sz="2600" dirty="0"/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7E0323B1-E190-48E7-B176-1EEE4EAA0D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2021659"/>
              </p:ext>
            </p:extLst>
          </p:nvPr>
        </p:nvGraphicFramePr>
        <p:xfrm>
          <a:off x="143555" y="739290"/>
          <a:ext cx="8704186" cy="4275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87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23FFAE6-F1A1-4C07-9027-A62DA12EE2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F23FFAE6-F1A1-4C07-9027-A62DA12EE2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C2B9FE7-1DDB-4A67-A86B-E5289BBBB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0C2B9FE7-1DDB-4A67-A86B-E5289BBBBD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6139FEA-0E24-426A-8388-0295EBECFD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56139FEA-0E24-426A-8388-0295EBECFD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9AF888B-8EDA-4BE6-B036-34C201203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>
                                            <p:graphicEl>
                                              <a:dgm id="{59AF888B-8EDA-4BE6-B036-34C2012034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7808F97-28D2-41A8-8FD6-F07601B621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87808F97-28D2-41A8-8FD6-F07601B621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97F42E2-F4DC-4454-AE52-6E1A6A05D5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>
                                            <p:graphicEl>
                                              <a:dgm id="{E97F42E2-F4DC-4454-AE52-6E1A6A05D5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987F12B-F80A-4C3B-8257-FDB87F8166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5987F12B-F80A-4C3B-8257-FDB87F8166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EE07559-0A8E-4FCC-9264-37BC62A19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>
                                            <p:graphicEl>
                                              <a:dgm id="{0EE07559-0A8E-4FCC-9264-37BC62A19E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3BC7229-34E2-4B05-B1CB-36ED33FF05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63BC7229-34E2-4B05-B1CB-36ED33FF05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DDC7244-15E8-4BDC-B15E-19CA4D19D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>
                                            <p:graphicEl>
                                              <a:dgm id="{DDDC7244-15E8-4BDC-B15E-19CA4D19DE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9071C85-DE92-4895-A70D-81FC0C2F93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99071C85-DE92-4895-A70D-81FC0C2F93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lvl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0"/>
            <a:ext cx="4733855" cy="739290"/>
          </a:xfrm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Reading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EA6381-D46F-4D21-83BA-CBB7BB77A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55" y="739291"/>
            <a:ext cx="8856890" cy="4404210"/>
          </a:xfrm>
          <a:solidFill>
            <a:schemeClr val="bg1"/>
          </a:solidFill>
        </p:spPr>
        <p:txBody>
          <a:bodyPr tIns="72000"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2600" b="1" dirty="0">
                <a:solidFill>
                  <a:prstClr val="black"/>
                </a:solidFill>
              </a:rPr>
              <a:t>Most-</a:t>
            </a:r>
            <a:r>
              <a:rPr lang="en-US" altLang="zh-CN" sz="2600" b="1" dirty="0" err="1">
                <a:solidFill>
                  <a:prstClr val="black"/>
                </a:solidFill>
              </a:rPr>
              <a:t>favoured</a:t>
            </a:r>
            <a:r>
              <a:rPr lang="en-US" altLang="zh-CN" sz="2600" b="1" dirty="0">
                <a:solidFill>
                  <a:prstClr val="black"/>
                </a:solidFill>
              </a:rPr>
              <a:t>-nation</a:t>
            </a:r>
            <a:r>
              <a:rPr lang="en-US" altLang="zh-CN" sz="2600" dirty="0">
                <a:solidFill>
                  <a:prstClr val="black"/>
                </a:solidFill>
              </a:rPr>
              <a:t> (</a:t>
            </a:r>
            <a:r>
              <a:rPr lang="en-US" altLang="zh-CN" sz="2600" b="1" dirty="0">
                <a:solidFill>
                  <a:prstClr val="black"/>
                </a:solidFill>
              </a:rPr>
              <a:t>MFN</a:t>
            </a:r>
            <a:r>
              <a:rPr lang="en-US" altLang="zh-CN" sz="2600" dirty="0">
                <a:solidFill>
                  <a:prstClr val="black"/>
                </a:solidFill>
              </a:rPr>
              <a:t>): </a:t>
            </a:r>
            <a:r>
              <a:rPr lang="en-US" altLang="zh-CN" sz="2600" b="1" i="1" dirty="0">
                <a:solidFill>
                  <a:prstClr val="black"/>
                </a:solidFill>
              </a:rPr>
              <a:t>treating other people equally</a:t>
            </a:r>
          </a:p>
          <a:p>
            <a:pPr marL="360000" lvl="0" indent="-4572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zh-CN" sz="2600" dirty="0">
                <a:solidFill>
                  <a:prstClr val="black"/>
                </a:solidFill>
              </a:rPr>
              <a:t>  - Grant someone a special </a:t>
            </a:r>
            <a:r>
              <a:rPr lang="en-US" altLang="zh-CN" sz="2600" dirty="0" err="1">
                <a:solidFill>
                  <a:prstClr val="black"/>
                </a:solidFill>
              </a:rPr>
              <a:t>favour</a:t>
            </a:r>
            <a:r>
              <a:rPr lang="en-US" altLang="zh-CN" sz="2600" dirty="0">
                <a:solidFill>
                  <a:prstClr val="black"/>
                </a:solidFill>
              </a:rPr>
              <a:t> (such as a lower customs duty rate for one of their products) and you have to do the same for all other WTO members.</a:t>
            </a:r>
          </a:p>
          <a:p>
            <a:pPr>
              <a:spcBef>
                <a:spcPts val="0"/>
              </a:spcBef>
            </a:pPr>
            <a:r>
              <a:rPr lang="en-US" altLang="zh-CN" sz="2600" b="1" dirty="0">
                <a:solidFill>
                  <a:prstClr val="black"/>
                </a:solidFill>
              </a:rPr>
              <a:t>National treatment</a:t>
            </a:r>
            <a:r>
              <a:rPr lang="en-US" altLang="zh-CN" sz="2600" dirty="0">
                <a:solidFill>
                  <a:prstClr val="black"/>
                </a:solidFill>
              </a:rPr>
              <a:t>: </a:t>
            </a:r>
            <a:r>
              <a:rPr lang="en-US" altLang="zh-CN" sz="2600" b="1" i="1" dirty="0">
                <a:solidFill>
                  <a:prstClr val="black"/>
                </a:solidFill>
              </a:rPr>
              <a:t>treating foreigners and locals equally </a:t>
            </a:r>
          </a:p>
          <a:p>
            <a:pPr marL="360000" lvl="0" indent="-457200">
              <a:spcBef>
                <a:spcPts val="600"/>
              </a:spcBef>
              <a:buNone/>
            </a:pPr>
            <a:r>
              <a:rPr lang="en-US" altLang="zh-CN" sz="2600" b="1" i="1" dirty="0">
                <a:solidFill>
                  <a:prstClr val="black"/>
                </a:solidFill>
              </a:rPr>
              <a:t>  </a:t>
            </a:r>
            <a:r>
              <a:rPr lang="en-US" altLang="zh-CN" sz="2600" dirty="0">
                <a:solidFill>
                  <a:prstClr val="black"/>
                </a:solidFill>
              </a:rPr>
              <a:t>- Imported and locally-produced goods should be treated equally — at least after the foreign goods have entered the market. The same should apply to foreign and domestic services, and to foreign and local trademarks, copyrights and patents. </a:t>
            </a:r>
            <a:endParaRPr lang="en-US" altLang="zh-CN" sz="2600" b="1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77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0"/>
            <a:ext cx="4733855" cy="739290"/>
          </a:xfrm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Reading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EA6381-D46F-4D21-83BA-CBB7BB77A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55" y="891994"/>
            <a:ext cx="8856890" cy="4123035"/>
          </a:xfrm>
          <a:solidFill>
            <a:schemeClr val="bg1"/>
          </a:solidFill>
        </p:spPr>
        <p:txBody>
          <a:bodyPr tIns="36000">
            <a:normAutofit/>
          </a:bodyPr>
          <a:lstStyle/>
          <a:p>
            <a:pPr marL="324000" indent="-324000">
              <a:spcBef>
                <a:spcPts val="1200"/>
              </a:spcBef>
            </a:pPr>
            <a:r>
              <a:rPr lang="en-US" altLang="zh-CN" sz="2600" dirty="0"/>
              <a:t>The multilateral trading system is an attempt by governments to make the business environment </a:t>
            </a:r>
            <a:r>
              <a:rPr lang="en-US" altLang="zh-CN" sz="2600" b="1" i="1" dirty="0"/>
              <a:t>stable</a:t>
            </a:r>
            <a:r>
              <a:rPr lang="en-US" altLang="zh-CN" sz="2600" dirty="0"/>
              <a:t> and </a:t>
            </a:r>
            <a:r>
              <a:rPr lang="en-US" altLang="zh-CN" sz="2600" b="1" i="1" dirty="0"/>
              <a:t>predictable</a:t>
            </a:r>
            <a:r>
              <a:rPr lang="en-US" altLang="zh-CN" sz="2600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</a:t>
            </a:r>
            <a:r>
              <a:rPr lang="en-US" altLang="zh-CN" sz="2600" dirty="0"/>
              <a:t> </a:t>
            </a:r>
            <a:r>
              <a:rPr lang="en-US" altLang="zh-CN" sz="2600" i="1" dirty="0"/>
              <a:t>How?</a:t>
            </a:r>
          </a:p>
          <a:p>
            <a:pPr marL="324000" indent="-324000">
              <a:spcBef>
                <a:spcPts val="600"/>
              </a:spcBef>
            </a:pPr>
            <a:r>
              <a:rPr lang="en-US" altLang="zh-CN" sz="2600" dirty="0"/>
              <a:t>In the WTO, when countries agree to open their markets for goods or services, they “bind” their commitments.</a:t>
            </a:r>
          </a:p>
          <a:p>
            <a:pPr marL="324000" indent="-324000">
              <a:spcBef>
                <a:spcPts val="600"/>
              </a:spcBef>
            </a:pPr>
            <a:r>
              <a:rPr lang="en-US" altLang="zh-CN" sz="2600" dirty="0"/>
              <a:t>Another is to make countries’ trade rules as clear and public (“transparent”) as possible. </a:t>
            </a:r>
          </a:p>
        </p:txBody>
      </p:sp>
    </p:spTree>
    <p:extLst>
      <p:ext uri="{BB962C8B-B14F-4D97-AF65-F5344CB8AC3E}">
        <p14:creationId xmlns:p14="http://schemas.microsoft.com/office/powerpoint/2010/main" val="414618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0"/>
            <a:ext cx="4733855" cy="739290"/>
          </a:xfrm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Reading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EA6381-D46F-4D21-83BA-CBB7BB77A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55" y="891994"/>
            <a:ext cx="8856890" cy="4123035"/>
          </a:xfrm>
          <a:solidFill>
            <a:schemeClr val="bg1"/>
          </a:solidFill>
        </p:spPr>
        <p:txBody>
          <a:bodyPr tIns="36000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2600" dirty="0">
                <a:sym typeface="Wingdings 2" panose="05020102010507070707" pitchFamily="18" charset="2"/>
              </a:rPr>
              <a:t> Is the WTO a free trade system? </a:t>
            </a:r>
            <a:endParaRPr lang="en-US" altLang="zh-CN" sz="2600" dirty="0"/>
          </a:p>
          <a:p>
            <a:pPr marL="324000" indent="-324000">
              <a:spcBef>
                <a:spcPts val="600"/>
              </a:spcBef>
            </a:pPr>
            <a:r>
              <a:rPr lang="en-US" altLang="zh-CN" sz="2600" dirty="0"/>
              <a:t>The system does allow tariffs and, in limited circumstances, other forms of protection. </a:t>
            </a:r>
          </a:p>
          <a:p>
            <a:pPr marL="324000" indent="-457200">
              <a:spcBef>
                <a:spcPts val="600"/>
              </a:spcBef>
              <a:buNone/>
            </a:pPr>
            <a:r>
              <a:rPr lang="en-US" altLang="zh-CN" sz="2600" dirty="0"/>
              <a:t>     </a:t>
            </a:r>
            <a:r>
              <a:rPr lang="en-US" altLang="zh-CN" sz="2600" i="1" dirty="0"/>
              <a:t>- for example to protect consumers, prevent the spread of disease or protect the environment.</a:t>
            </a:r>
          </a:p>
          <a:p>
            <a:pPr marL="324000" indent="-324000">
              <a:spcBef>
                <a:spcPts val="600"/>
              </a:spcBef>
            </a:pPr>
            <a:r>
              <a:rPr lang="en-US" altLang="zh-CN" sz="2600" dirty="0"/>
              <a:t>More accurately, it is a system of rules dedicated to </a:t>
            </a:r>
            <a:r>
              <a:rPr lang="en-US" altLang="zh-CN" sz="2600" b="1" dirty="0"/>
              <a:t>open</a:t>
            </a:r>
            <a:r>
              <a:rPr lang="en-US" altLang="zh-CN" sz="2600" dirty="0"/>
              <a:t>, </a:t>
            </a:r>
            <a:r>
              <a:rPr lang="en-US" altLang="zh-CN" sz="2600" b="1" dirty="0"/>
              <a:t>fair</a:t>
            </a:r>
            <a:r>
              <a:rPr lang="en-US" altLang="zh-CN" sz="2600" dirty="0"/>
              <a:t> and </a:t>
            </a:r>
            <a:r>
              <a:rPr lang="en-US" altLang="zh-CN" sz="2600" b="1" dirty="0"/>
              <a:t>undistorted</a:t>
            </a:r>
            <a:r>
              <a:rPr lang="en-US" altLang="zh-CN" sz="2600" dirty="0"/>
              <a:t> competition.</a:t>
            </a:r>
          </a:p>
        </p:txBody>
      </p:sp>
    </p:spTree>
    <p:extLst>
      <p:ext uri="{BB962C8B-B14F-4D97-AF65-F5344CB8AC3E}">
        <p14:creationId xmlns:p14="http://schemas.microsoft.com/office/powerpoint/2010/main" val="383549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0"/>
            <a:ext cx="4733855" cy="739290"/>
          </a:xfrm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EA6381-D46F-4D21-83BA-CBB7BB77A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60" y="891995"/>
            <a:ext cx="8551480" cy="3970330"/>
          </a:xfrm>
          <a:solidFill>
            <a:schemeClr val="bg1"/>
          </a:solidFill>
        </p:spPr>
        <p:txBody>
          <a:bodyPr tIns="180000"/>
          <a:lstStyle/>
          <a:p>
            <a:pPr marL="324000" indent="-324000">
              <a:spcBef>
                <a:spcPts val="1200"/>
              </a:spcBef>
            </a:pPr>
            <a:r>
              <a:rPr lang="en-US" altLang="zh-CN" dirty="0"/>
              <a:t>trade conflicts/disputes/tensions/wars</a:t>
            </a:r>
          </a:p>
          <a:p>
            <a:pPr marL="324000" indent="-324000">
              <a:spcBef>
                <a:spcPts val="1200"/>
              </a:spcBef>
            </a:pPr>
            <a:r>
              <a:rPr lang="en-US" altLang="zh-CN" dirty="0"/>
              <a:t>dispute settlement mechanism</a:t>
            </a:r>
          </a:p>
          <a:p>
            <a:pPr marL="324000" indent="-324000">
              <a:spcBef>
                <a:spcPts val="1200"/>
              </a:spcBef>
            </a:pPr>
            <a:r>
              <a:rPr lang="en-US" altLang="zh-CN" dirty="0"/>
              <a:t>to file a WTO complaint against/over …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to file a complaint with the WTO against/over …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to complain to the WTO against/over …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to bring/initiate the dispute to the WTO regarding …</a:t>
            </a:r>
          </a:p>
        </p:txBody>
      </p:sp>
    </p:spTree>
    <p:extLst>
      <p:ext uri="{BB962C8B-B14F-4D97-AF65-F5344CB8AC3E}">
        <p14:creationId xmlns:p14="http://schemas.microsoft.com/office/powerpoint/2010/main" val="149583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Regional e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conomic integration 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4" y="1044701"/>
            <a:ext cx="8856891" cy="3970330"/>
          </a:xfrm>
          <a:solidFill>
            <a:schemeClr val="bg1"/>
          </a:solidFill>
        </p:spPr>
        <p:txBody>
          <a:bodyPr tIns="144000">
            <a:normAutofit/>
          </a:bodyPr>
          <a:lstStyle/>
          <a:p>
            <a:pPr marL="252000" indent="-252000">
              <a:spcBef>
                <a:spcPts val="600"/>
              </a:spcBef>
            </a:pPr>
            <a:r>
              <a:rPr lang="en-US" altLang="zh-CN" sz="2600" b="1" dirty="0">
                <a:sym typeface="Wingdings 2" panose="05020102010507070707" pitchFamily="18" charset="2"/>
              </a:rPr>
              <a:t>regional economic integration</a:t>
            </a:r>
            <a:r>
              <a:rPr lang="en-US" altLang="zh-CN" sz="2600" dirty="0">
                <a:sym typeface="Wingdings 2" panose="05020102010507070707" pitchFamily="18" charset="2"/>
              </a:rPr>
              <a:t>:</a:t>
            </a:r>
          </a:p>
          <a:p>
            <a:pPr marL="288000" indent="-360000">
              <a:spcBef>
                <a:spcPts val="6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- the collaboration of two or more countries to lower or remove trade restrictions and create a shared market and business opportunities for one another</a:t>
            </a:r>
          </a:p>
          <a:p>
            <a:pPr marL="324000" indent="-324000">
              <a:spcBef>
                <a:spcPts val="600"/>
              </a:spcBef>
            </a:pPr>
            <a:r>
              <a:rPr lang="en-US" sz="2600" b="1" dirty="0">
                <a:sym typeface="Wingdings 2" panose="05020102010507070707" pitchFamily="18" charset="2"/>
              </a:rPr>
              <a:t>Free trade area</a:t>
            </a:r>
          </a:p>
          <a:p>
            <a:pPr marL="288000" indent="-360000">
              <a:spcBef>
                <a:spcPts val="6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- free movement of goods &amp; services</a:t>
            </a:r>
          </a:p>
          <a:p>
            <a:pPr marL="324000" indent="-324000">
              <a:spcBef>
                <a:spcPts val="600"/>
              </a:spcBef>
            </a:pPr>
            <a:r>
              <a:rPr lang="en-US" sz="2600" b="1" dirty="0">
                <a:sym typeface="Wingdings 2" panose="05020102010507070707" pitchFamily="18" charset="2"/>
              </a:rPr>
              <a:t>Customs union</a:t>
            </a:r>
          </a:p>
          <a:p>
            <a:pPr marL="288000" indent="-360000">
              <a:spcBef>
                <a:spcPts val="6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  - free trade area  common external tariff</a:t>
            </a:r>
          </a:p>
        </p:txBody>
      </p:sp>
    </p:spTree>
    <p:extLst>
      <p:ext uri="{BB962C8B-B14F-4D97-AF65-F5344CB8AC3E}">
        <p14:creationId xmlns:p14="http://schemas.microsoft.com/office/powerpoint/2010/main" val="209653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590" y="128470"/>
            <a:ext cx="4733855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regional economic integration </a:t>
            </a:r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4" y="1044701"/>
            <a:ext cx="8856891" cy="3970330"/>
          </a:xfrm>
          <a:solidFill>
            <a:schemeClr val="bg1"/>
          </a:solidFill>
        </p:spPr>
        <p:txBody>
          <a:bodyPr tIns="144000">
            <a:normAutofit/>
          </a:bodyPr>
          <a:lstStyle/>
          <a:p>
            <a:pPr marL="252000" indent="-252000">
              <a:spcBef>
                <a:spcPts val="600"/>
              </a:spcBef>
            </a:pPr>
            <a:r>
              <a:rPr lang="en-US" altLang="zh-CN" sz="2600" b="1" dirty="0">
                <a:sym typeface="Wingdings 2" panose="05020102010507070707" pitchFamily="18" charset="2"/>
              </a:rPr>
              <a:t>Common market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b="1" dirty="0">
                <a:sym typeface="Wingdings 2" panose="05020102010507070707" pitchFamily="18" charset="2"/>
              </a:rPr>
              <a:t> </a:t>
            </a:r>
            <a:r>
              <a:rPr lang="en-US" altLang="zh-CN" sz="2600" dirty="0">
                <a:sym typeface="Wingdings 2" panose="05020102010507070707" pitchFamily="18" charset="2"/>
              </a:rPr>
              <a:t>- customs union  free mobility of production factors </a:t>
            </a:r>
          </a:p>
          <a:p>
            <a:pPr marL="252000" indent="-252000">
              <a:spcBef>
                <a:spcPts val="600"/>
              </a:spcBef>
            </a:pPr>
            <a:r>
              <a:rPr lang="en-US" altLang="zh-CN" sz="2600" b="1" dirty="0">
                <a:sym typeface="Wingdings 2" panose="05020102010507070707" pitchFamily="18" charset="2"/>
              </a:rPr>
              <a:t>Economic union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600" b="1" dirty="0">
                <a:sym typeface="Wingdings 2" panose="05020102010507070707" pitchFamily="18" charset="2"/>
              </a:rPr>
              <a:t> </a:t>
            </a:r>
            <a:r>
              <a:rPr lang="en-US" altLang="zh-CN" sz="2600" dirty="0">
                <a:sym typeface="Wingdings 2" panose="05020102010507070707" pitchFamily="18" charset="2"/>
              </a:rPr>
              <a:t>- common market  common economic policies </a:t>
            </a:r>
          </a:p>
          <a:p>
            <a:pPr marL="252000" indent="-252000">
              <a:spcBef>
                <a:spcPts val="600"/>
              </a:spcBef>
            </a:pPr>
            <a:endParaRPr lang="en-US" altLang="zh-CN" sz="2600" b="1" dirty="0"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8566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781" y="128470"/>
            <a:ext cx="4967219" cy="7392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Vocabulary: Types of international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044701"/>
            <a:ext cx="8856890" cy="397032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24000" indent="-457200">
              <a:spcBef>
                <a:spcPts val="1200"/>
              </a:spcBef>
              <a:buNone/>
            </a:pPr>
            <a:endParaRPr lang="en-US" sz="800" dirty="0"/>
          </a:p>
          <a:p>
            <a:pPr marL="324000" indent="-457200">
              <a:spcBef>
                <a:spcPts val="0"/>
              </a:spcBef>
              <a:buNone/>
            </a:pPr>
            <a:r>
              <a:rPr lang="en-US" sz="2600" dirty="0"/>
              <a:t>1. ______________: the act of selling goods or services produced domestically to foreign markets</a:t>
            </a:r>
          </a:p>
          <a:p>
            <a:pPr marL="324000" indent="-457200">
              <a:spcBef>
                <a:spcPts val="800"/>
              </a:spcBef>
              <a:buNone/>
            </a:pPr>
            <a:endParaRPr lang="en-US" sz="2600" dirty="0"/>
          </a:p>
          <a:p>
            <a:pPr marL="324000" indent="-457200">
              <a:spcBef>
                <a:spcPts val="800"/>
              </a:spcBef>
              <a:buNone/>
            </a:pPr>
            <a:r>
              <a:rPr lang="en-US" sz="2600" dirty="0"/>
              <a:t>2. ______________: the act of bringing goods or services into a country from abroad for </a:t>
            </a:r>
            <a:r>
              <a:rPr lang="en-US" altLang="zh-CN" sz="2600" dirty="0"/>
              <a:t>domestical </a:t>
            </a:r>
            <a:r>
              <a:rPr lang="en-US" sz="2600" dirty="0"/>
              <a:t>sale or use</a:t>
            </a:r>
          </a:p>
          <a:p>
            <a:pPr marL="324000" indent="-457200">
              <a:spcBef>
                <a:spcPts val="1800"/>
              </a:spcBef>
              <a:buNone/>
            </a:pPr>
            <a:r>
              <a:rPr lang="en-US" sz="2600" dirty="0">
                <a:sym typeface="Wingdings 2" panose="05020102010507070707" pitchFamily="18" charset="2"/>
              </a:rPr>
              <a:t> </a:t>
            </a:r>
            <a:r>
              <a:rPr lang="en-US" sz="2600" b="1" dirty="0">
                <a:sym typeface="Wingdings 2" panose="05020102010507070707" pitchFamily="18" charset="2"/>
              </a:rPr>
              <a:t>export</a:t>
            </a:r>
            <a:r>
              <a:rPr lang="en-US" sz="2600" dirty="0">
                <a:sym typeface="Wingdings 2" panose="05020102010507070707" pitchFamily="18" charset="2"/>
              </a:rPr>
              <a:t> [U, C, vt.] /</a:t>
            </a:r>
            <a:r>
              <a:rPr lang="en-US" altLang="zh-CN" sz="2600" dirty="0">
                <a:sym typeface="Wingdings 2" panose="05020102010507070707" pitchFamily="18" charset="2"/>
              </a:rPr>
              <a:t>ˈ</a:t>
            </a:r>
            <a:r>
              <a:rPr lang="en-US" altLang="zh-CN" sz="2600" dirty="0" err="1">
                <a:sym typeface="Wingdings 2" panose="05020102010507070707" pitchFamily="18" charset="2"/>
              </a:rPr>
              <a:t>ekspɔːt</a:t>
            </a:r>
            <a:r>
              <a:rPr lang="en-US" altLang="zh-CN" sz="2600" dirty="0">
                <a:sym typeface="Wingdings 2" panose="05020102010507070707" pitchFamily="18" charset="2"/>
              </a:rPr>
              <a:t> </a:t>
            </a:r>
            <a:r>
              <a:rPr lang="en-US" sz="2600" dirty="0">
                <a:sym typeface="Wingdings 2" panose="05020102010507070707" pitchFamily="18" charset="2"/>
              </a:rPr>
              <a:t> </a:t>
            </a:r>
            <a:r>
              <a:rPr lang="en-US" sz="2600" dirty="0" err="1">
                <a:sym typeface="Wingdings 2" panose="05020102010507070707" pitchFamily="18" charset="2"/>
              </a:rPr>
              <a:t>ɪkˈspɔːt</a:t>
            </a:r>
            <a:r>
              <a:rPr lang="en-US" sz="2600" dirty="0">
                <a:sym typeface="Wingdings 2" panose="05020102010507070707" pitchFamily="18" charset="2"/>
              </a:rPr>
              <a:t>; /; </a:t>
            </a:r>
            <a:r>
              <a:rPr lang="en-US" sz="2600" b="1" dirty="0">
                <a:sym typeface="Wingdings 2" panose="05020102010507070707" pitchFamily="18" charset="2"/>
              </a:rPr>
              <a:t>exporter</a:t>
            </a:r>
            <a:r>
              <a:rPr lang="en-US" sz="2600" dirty="0">
                <a:sym typeface="Wingdings 2" panose="05020102010507070707" pitchFamily="18" charset="2"/>
              </a:rPr>
              <a:t> / </a:t>
            </a:r>
            <a:r>
              <a:rPr lang="en-US" sz="2600" dirty="0" err="1">
                <a:sym typeface="Wingdings 2" panose="05020102010507070707" pitchFamily="18" charset="2"/>
              </a:rPr>
              <a:t>ekˈspɔːtə</a:t>
            </a:r>
            <a:r>
              <a:rPr lang="en-US" sz="2600" dirty="0">
                <a:sym typeface="Wingdings 2" panose="05020102010507070707" pitchFamily="18" charset="2"/>
              </a:rPr>
              <a:t>(r) / </a:t>
            </a:r>
          </a:p>
          <a:p>
            <a:pPr marL="324000" indent="-457200">
              <a:spcBef>
                <a:spcPts val="800"/>
              </a:spcBef>
              <a:buNone/>
            </a:pPr>
            <a:r>
              <a:rPr lang="en-US" sz="2600" dirty="0"/>
              <a:t>     </a:t>
            </a:r>
            <a:r>
              <a:rPr lang="en-US" sz="2600" b="1" dirty="0"/>
              <a:t>import</a:t>
            </a:r>
            <a:r>
              <a:rPr lang="en-US" sz="2600" dirty="0"/>
              <a:t> [U, C, vt.] / ˈɪmpɔːt  </a:t>
            </a:r>
            <a:r>
              <a:rPr lang="en-US" sz="2600" dirty="0" err="1"/>
              <a:t>ɪmˈpɔːt</a:t>
            </a:r>
            <a:r>
              <a:rPr lang="en-US" sz="2600" dirty="0"/>
              <a:t> /; </a:t>
            </a:r>
            <a:r>
              <a:rPr lang="en-US" sz="2600" b="1" dirty="0"/>
              <a:t>importer</a:t>
            </a:r>
            <a:r>
              <a:rPr lang="en-US" sz="2600" dirty="0"/>
              <a:t> / </a:t>
            </a:r>
            <a:r>
              <a:rPr lang="en-US" sz="2600" dirty="0" err="1"/>
              <a:t>ɪmˈpɔːtə</a:t>
            </a:r>
            <a:r>
              <a:rPr lang="en-US" sz="2600" dirty="0"/>
              <a:t>(r) /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E7A655-D6FD-4DBF-96E3-25DBD2AA9915}"/>
              </a:ext>
            </a:extLst>
          </p:cNvPr>
          <p:cNvSpPr/>
          <p:nvPr/>
        </p:nvSpPr>
        <p:spPr>
          <a:xfrm>
            <a:off x="601670" y="1044701"/>
            <a:ext cx="2137870" cy="54581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export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8AC613-AE17-4A2B-A935-99889CBE9BA2}"/>
              </a:ext>
            </a:extLst>
          </p:cNvPr>
          <p:cNvSpPr/>
          <p:nvPr/>
        </p:nvSpPr>
        <p:spPr>
          <a:xfrm>
            <a:off x="601670" y="2419044"/>
            <a:ext cx="2137870" cy="62743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import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26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"/>
            <a:ext cx="8543245" cy="10447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China’s foreign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60" y="1197405"/>
            <a:ext cx="8704185" cy="3817624"/>
          </a:xfrm>
        </p:spPr>
        <p:txBody>
          <a:bodyPr>
            <a:normAutofit/>
          </a:bodyPr>
          <a:lstStyle/>
          <a:p>
            <a:pPr marL="252000" indent="-252000"/>
            <a:r>
              <a:rPr lang="en-US" altLang="zh-CN" b="1" dirty="0"/>
              <a:t>export diversification</a:t>
            </a:r>
            <a:r>
              <a:rPr lang="en-US" altLang="zh-CN" dirty="0"/>
              <a:t> 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出口多元化</a:t>
            </a:r>
            <a:r>
              <a:rPr lang="en-US" altLang="zh-CN" dirty="0"/>
              <a:t>)</a:t>
            </a:r>
          </a:p>
          <a:p>
            <a:pPr marL="252000" lvl="0" indent="-252000"/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en-US" altLang="zh-CN" dirty="0">
                <a:solidFill>
                  <a:prstClr val="black"/>
                </a:solidFill>
              </a:rPr>
              <a:t>to keep the</a:t>
            </a:r>
            <a:r>
              <a:rPr lang="en-US" altLang="zh-CN" b="1" dirty="0">
                <a:solidFill>
                  <a:prstClr val="black"/>
                </a:solidFill>
              </a:rPr>
              <a:t> volume </a:t>
            </a:r>
            <a:r>
              <a:rPr lang="en-US" altLang="zh-CN" dirty="0">
                <a:solidFill>
                  <a:prstClr val="black"/>
                </a:solidFill>
              </a:rPr>
              <a:t>of foreign trade stable and refine its </a:t>
            </a:r>
            <a:r>
              <a:rPr lang="en-US" altLang="zh-CN" b="1" dirty="0">
                <a:solidFill>
                  <a:prstClr val="black"/>
                </a:solidFill>
              </a:rPr>
              <a:t>mix 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外贸结构</a:t>
            </a:r>
            <a:r>
              <a:rPr lang="en-US" altLang="zh-CN" dirty="0">
                <a:solidFill>
                  <a:prstClr val="black"/>
                </a:solidFill>
              </a:rPr>
              <a:t>)</a:t>
            </a:r>
          </a:p>
          <a:p>
            <a:pPr marL="252000" lvl="0" indent="-252000"/>
            <a:r>
              <a:rPr lang="en-US" altLang="zh-CN" dirty="0">
                <a:solidFill>
                  <a:prstClr val="black"/>
                </a:solidFill>
              </a:rPr>
              <a:t>to guide enterprises in optimizing </a:t>
            </a:r>
            <a:r>
              <a:rPr lang="en-US" altLang="zh-CN" b="1" dirty="0">
                <a:solidFill>
                  <a:prstClr val="black"/>
                </a:solidFill>
              </a:rPr>
              <a:t>resource allocation</a:t>
            </a:r>
            <a:r>
              <a:rPr lang="en-US" altLang="zh-CN" dirty="0">
                <a:solidFill>
                  <a:prstClr val="black"/>
                </a:solidFill>
              </a:rPr>
              <a:t> on the global market (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引导企业优化全球市场布局</a:t>
            </a:r>
            <a:r>
              <a:rPr lang="en-US" altLang="zh-CN" dirty="0">
                <a:solidFill>
                  <a:prstClr val="black"/>
                </a:solidFill>
              </a:rPr>
              <a:t>)</a:t>
            </a:r>
          </a:p>
          <a:p>
            <a:pPr marL="252000" lvl="0" indent="-252000"/>
            <a:r>
              <a:rPr lang="en-US" altLang="zh-CN" dirty="0">
                <a:solidFill>
                  <a:prstClr val="black"/>
                </a:solidFill>
              </a:rPr>
              <a:t>to facilitate</a:t>
            </a:r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en-US" altLang="zh-CN" dirty="0">
                <a:solidFill>
                  <a:prstClr val="black"/>
                </a:solidFill>
              </a:rPr>
              <a:t>the growth of the “</a:t>
            </a:r>
            <a:r>
              <a:rPr lang="en-US" altLang="zh-CN" b="1" dirty="0">
                <a:solidFill>
                  <a:prstClr val="black"/>
                </a:solidFill>
              </a:rPr>
              <a:t>cross-border e-commerce plus overseas warehouses</a:t>
            </a:r>
            <a:r>
              <a:rPr lang="en-US" altLang="zh-CN" dirty="0">
                <a:solidFill>
                  <a:prstClr val="black"/>
                </a:solidFill>
              </a:rPr>
              <a:t>”</a:t>
            </a:r>
            <a:r>
              <a:rPr lang="en-US" altLang="zh-CN" b="1" dirty="0">
                <a:solidFill>
                  <a:prstClr val="black"/>
                </a:solidFill>
              </a:rPr>
              <a:t> model 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跨境电商加海外仓模式</a:t>
            </a:r>
            <a:r>
              <a:rPr lang="en-US" altLang="zh-CN" dirty="0">
                <a:solidFill>
                  <a:prstClr val="black"/>
                </a:solidFill>
              </a:rPr>
              <a:t>)</a:t>
            </a:r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"/>
            <a:ext cx="8543245" cy="10447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China’s foreign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60" y="1197404"/>
            <a:ext cx="8704185" cy="3817625"/>
          </a:xfrm>
        </p:spPr>
        <p:txBody>
          <a:bodyPr>
            <a:normAutofit/>
          </a:bodyPr>
          <a:lstStyle/>
          <a:p>
            <a:pPr marL="252000" indent="-252000"/>
            <a:r>
              <a:rPr lang="en-US" dirty="0"/>
              <a:t>to promote the development of logistics services for international </a:t>
            </a:r>
            <a:r>
              <a:rPr lang="en-US" b="1" dirty="0"/>
              <a:t>delivery</a:t>
            </a:r>
            <a:r>
              <a:rPr lang="en-US" dirty="0"/>
              <a:t> 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国际寄递物流体系建设</a:t>
            </a:r>
            <a:r>
              <a:rPr lang="en-US" altLang="zh-CN" dirty="0"/>
              <a:t>)</a:t>
            </a:r>
            <a:endParaRPr lang="zh-CN" altLang="en-US" dirty="0"/>
          </a:p>
          <a:p>
            <a:pPr marL="252000" indent="-252000"/>
            <a:r>
              <a:rPr lang="en-US" altLang="zh-CN" dirty="0"/>
              <a:t>to expand trade in </a:t>
            </a:r>
            <a:r>
              <a:rPr lang="en-US" altLang="zh-CN" b="1" dirty="0"/>
              <a:t>intermediate goods</a:t>
            </a:r>
            <a:r>
              <a:rPr lang="en-US" altLang="zh-CN" dirty="0"/>
              <a:t>, advance </a:t>
            </a:r>
            <a:r>
              <a:rPr lang="en-US" altLang="zh-CN" b="1" dirty="0"/>
              <a:t>digital trade</a:t>
            </a:r>
            <a:r>
              <a:rPr lang="en-US" altLang="zh-CN" dirty="0"/>
              <a:t> and </a:t>
            </a:r>
            <a:r>
              <a:rPr lang="en-US" altLang="zh-CN" b="1" dirty="0"/>
              <a:t>green trade</a:t>
            </a:r>
            <a:r>
              <a:rPr lang="en-US" altLang="zh-CN" dirty="0"/>
              <a:t>, and boost </a:t>
            </a:r>
            <a:r>
              <a:rPr lang="en-US" altLang="zh-CN" b="1" dirty="0"/>
              <a:t>border trade</a:t>
            </a:r>
          </a:p>
          <a:p>
            <a:pPr marL="0" indent="0"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拓展中间品贸易，发展数字贸易、绿色贸易，提升边境贸易</a:t>
            </a:r>
            <a:r>
              <a:rPr lang="en-US" altLang="zh-C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023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9747</TotalTime>
  <Words>1620</Words>
  <Application>Microsoft Office PowerPoint</Application>
  <PresentationFormat>全屏显示(16:9)</PresentationFormat>
  <Paragraphs>175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楷体</vt:lpstr>
      <vt:lpstr>Arial</vt:lpstr>
      <vt:lpstr>Calibri</vt:lpstr>
      <vt:lpstr>Cambria</vt:lpstr>
      <vt:lpstr>Candara</vt:lpstr>
      <vt:lpstr>Office Theme</vt:lpstr>
      <vt:lpstr>1_Office Theme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Types of international trade</vt:lpstr>
      <vt:lpstr>Vocabulary:  Trade barriers</vt:lpstr>
      <vt:lpstr>Vocabulary:  Trade barriers</vt:lpstr>
      <vt:lpstr>Reading</vt:lpstr>
      <vt:lpstr>Reading</vt:lpstr>
      <vt:lpstr>Reading</vt:lpstr>
      <vt:lpstr>Reading</vt:lpstr>
      <vt:lpstr>Vocabulary</vt:lpstr>
      <vt:lpstr>Vocabulary: Regional economic integration </vt:lpstr>
      <vt:lpstr>Vocabulary: regional economic integration </vt:lpstr>
      <vt:lpstr>Vocabulary: Types of international trade</vt:lpstr>
      <vt:lpstr>China’s foreign trade</vt:lpstr>
      <vt:lpstr>China’s foreign trade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liyueyn</cp:lastModifiedBy>
  <cp:revision>1560</cp:revision>
  <dcterms:created xsi:type="dcterms:W3CDTF">2013-08-21T19:17:07Z</dcterms:created>
  <dcterms:modified xsi:type="dcterms:W3CDTF">2026-06-03T11:52:04Z</dcterms:modified>
</cp:coreProperties>
</file>