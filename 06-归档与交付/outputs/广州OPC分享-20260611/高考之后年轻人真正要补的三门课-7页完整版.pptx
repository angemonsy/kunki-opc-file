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封面-浅色极简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我很会做别人出的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I让我拥有一支小团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大学生OPC不是退学创业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未来真正要补的三门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我正在打造AI第二大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我也还在山脚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