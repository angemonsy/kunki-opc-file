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2" r:id="rId9"/>
    <p:sldId id="261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1-封面-浅色极简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2-我很会做别人出的题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3-AI让我拥有一支小团队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4-大学生OPC不是退学创业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5-未来真正要补的三门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5-未来真正要补的三门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06-我也还在山脚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1565ed8117af2a0636d02588d6d74c26"/>
          <p:cNvPicPr>
            <a:picLocks noChangeAspect="1"/>
          </p:cNvPicPr>
          <p:nvPr/>
        </p:nvPicPr>
        <p:blipFill>
          <a:blip r:embed="rId2"/>
          <a:srcRect l="14961" t="30417" r="15223" b="23259"/>
          <a:stretch>
            <a:fillRect/>
          </a:stretch>
        </p:blipFill>
        <p:spPr>
          <a:xfrm>
            <a:off x="8423275" y="3058160"/>
            <a:ext cx="2506980" cy="24714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39430" y="926465"/>
            <a:ext cx="3295015" cy="47561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感谢链接！期待合作！</a:t>
            </a:r>
            <a:endParaRPr lang="zh-CN" altLang="en-US" sz="24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WPS 文字</Application>
  <PresentationFormat>On-screen Show (4:3)</PresentationFormat>
  <Paragraphs>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Judith.</cp:lastModifiedBy>
  <cp:revision>2</cp:revision>
  <dcterms:created xsi:type="dcterms:W3CDTF">2026-06-10T16:34:14Z</dcterms:created>
  <dcterms:modified xsi:type="dcterms:W3CDTF">2026-06-10T16:34:14Z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0FB16A7BD20A0B8A0692296A6662E37F_42</vt:lpwstr>
  </property>
</Properties>
</file>