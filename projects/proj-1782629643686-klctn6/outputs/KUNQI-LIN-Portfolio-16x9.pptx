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a97ecdf07384d4b" /><Relationship Type="http://schemas.openxmlformats.org/officeDocument/2006/relationships/extended-properties" Target="/docProps/app.xml" Id="R7e05207030574ed0" /><Relationship Type="http://schemas.openxmlformats.org/officeDocument/2006/relationships/officeDocument" Target="/ppt/presentation.xml" Id="Raf6dc655e494492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8760aefb4744e9f"/>
  </p:sldMasterIdLst>
  <p:notesMasterIdLst>
    <p:notesMasterId xmlns:r="http://schemas.openxmlformats.org/officeDocument/2006/relationships" r:id="R8b1c1cbbd7d1419e"/>
  </p:notesMasterIdLst>
  <p:sldIdLst>
    <p:sldId xmlns:r="http://schemas.openxmlformats.org/officeDocument/2006/relationships" id="256" r:id="R2d20775d4fd34399"/>
    <p:sldId xmlns:r="http://schemas.openxmlformats.org/officeDocument/2006/relationships" id="257" r:id="R7a81d0d8a1a14981"/>
    <p:sldId xmlns:r="http://schemas.openxmlformats.org/officeDocument/2006/relationships" id="258" r:id="R5f7ce942d1ed408f"/>
    <p:sldId xmlns:r="http://schemas.openxmlformats.org/officeDocument/2006/relationships" id="259" r:id="Rc96f7611a8574d94"/>
    <p:sldId xmlns:r="http://schemas.openxmlformats.org/officeDocument/2006/relationships" id="260" r:id="R44b9cf896ca84e9e"/>
    <p:sldId xmlns:r="http://schemas.openxmlformats.org/officeDocument/2006/relationships" id="261" r:id="Re932680a85fc498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f0caf34172c46ff" /><Relationship Type="http://schemas.openxmlformats.org/officeDocument/2006/relationships/slideMaster" Target="/ppt/slideMasters/slideMaster1.xml" Id="Rb8760aefb4744e9f" /><Relationship Type="http://schemas.openxmlformats.org/officeDocument/2006/relationships/notesMaster" Target="/ppt/notesMasters/notesMaster1.xml" Id="R8b1c1cbbd7d1419e" /><Relationship Type="http://schemas.openxmlformats.org/officeDocument/2006/relationships/presProps" Target="/ppt/presProps.xml" Id="R08051fd9d3714f7b" /><Relationship Type="http://schemas.openxmlformats.org/officeDocument/2006/relationships/tableStyles" Target="/ppt/tableStyles.xml" Id="R1730a8bb1a1b418b" /><Relationship Type="http://schemas.openxmlformats.org/officeDocument/2006/relationships/slide" Target="/ppt/slides/slide1.xml" Id="R2d20775d4fd34399" /><Relationship Type="http://schemas.openxmlformats.org/officeDocument/2006/relationships/slide" Target="/ppt/slides/slide2.xml" Id="R7a81d0d8a1a14981" /><Relationship Type="http://schemas.openxmlformats.org/officeDocument/2006/relationships/slide" Target="/ppt/slides/slide3.xml" Id="R5f7ce942d1ed408f" /><Relationship Type="http://schemas.openxmlformats.org/officeDocument/2006/relationships/slide" Target="/ppt/slides/slide4.xml" Id="Rc96f7611a8574d94" /><Relationship Type="http://schemas.openxmlformats.org/officeDocument/2006/relationships/slide" Target="/ppt/slides/slide5.xml" Id="R44b9cf896ca84e9e" /><Relationship Type="http://schemas.openxmlformats.org/officeDocument/2006/relationships/slide" Target="/ppt/slides/slide6.xml" Id="Re932680a85fc498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8182accadc741b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909b5c72abc41c7" /><Relationship Type="http://schemas.openxmlformats.org/officeDocument/2006/relationships/notesMaster" Target="/ppt/notesMasters/notesMaster1.xml" Id="R5cfc4fbfe4fa4b1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2efe52a9ef84ac1" /><Relationship Type="http://schemas.openxmlformats.org/officeDocument/2006/relationships/notesMaster" Target="/ppt/notesMasters/notesMaster1.xml" Id="R6af5c6b841af401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080281755774fb6" /><Relationship Type="http://schemas.openxmlformats.org/officeDocument/2006/relationships/notesMaster" Target="/ppt/notesMasters/notesMaster1.xml" Id="R45a83448569146c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a632c58f4574cc0" /><Relationship Type="http://schemas.openxmlformats.org/officeDocument/2006/relationships/notesMaster" Target="/ppt/notesMasters/notesMaster1.xml" Id="Ra27b87f608d24bf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75a97a5d903468a" /><Relationship Type="http://schemas.openxmlformats.org/officeDocument/2006/relationships/notesMaster" Target="/ppt/notesMasters/notesMaster1.xml" Id="Rcdefdd51ff9a4c1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6ac5b8eb87b455d" /><Relationship Type="http://schemas.openxmlformats.org/officeDocument/2006/relationships/notesMaster" Target="/ppt/notesMasters/notesMaster1.xml" Id="R506b3272434d4dc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d6a02657a94e6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dcfedc692ac4928" /><Relationship Type="http://schemas.openxmlformats.org/officeDocument/2006/relationships/slideLayout" Target="/ppt/slideLayouts/slideLayout1.xml" Id="Ra95a45db0e0844e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95a45db0e0844e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83638f5f4e47da" /><Relationship Type="http://schemas.openxmlformats.org/officeDocument/2006/relationships/image" Target="/ppt/media/image.png" Id="R780bd12828364ca5" /><Relationship Type="http://schemas.openxmlformats.org/officeDocument/2006/relationships/notesSlide" Target="/ppt/notesSlides/notesSlide1.xml" Id="R6f6309247a77419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24dbf970cb46fd" /><Relationship Type="http://schemas.openxmlformats.org/officeDocument/2006/relationships/image" Target="/ppt/media/image2.png" Id="R2df13d4294ba43f0" /><Relationship Type="http://schemas.openxmlformats.org/officeDocument/2006/relationships/notesSlide" Target="/ppt/notesSlides/notesSlide2.xml" Id="R50a3b79f4883415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600fd641414dc9" /><Relationship Type="http://schemas.openxmlformats.org/officeDocument/2006/relationships/image" Target="/ppt/media/image3.png" Id="R9b83cdd8c83742ac" /><Relationship Type="http://schemas.openxmlformats.org/officeDocument/2006/relationships/notesSlide" Target="/ppt/notesSlides/notesSlide3.xml" Id="Re5fe5add614c44f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191a4ee4754ee2" /><Relationship Type="http://schemas.openxmlformats.org/officeDocument/2006/relationships/image" Target="/ppt/media/image4.png" Id="R0f24e9846a084858" /><Relationship Type="http://schemas.openxmlformats.org/officeDocument/2006/relationships/notesSlide" Target="/ppt/notesSlides/notesSlide4.xml" Id="R5461107d12494c8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9b9dbaee964564" /><Relationship Type="http://schemas.openxmlformats.org/officeDocument/2006/relationships/image" Target="/ppt/media/image5.png" Id="R684fca1865404f58" /><Relationship Type="http://schemas.openxmlformats.org/officeDocument/2006/relationships/notesSlide" Target="/ppt/notesSlides/notesSlide5.xml" Id="R23b6ce4bc2ca489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8451beace04562" /><Relationship Type="http://schemas.openxmlformats.org/officeDocument/2006/relationships/image" Target="/ppt/media/image6.png" Id="R0bdfd4610c2240f2" /><Relationship Type="http://schemas.openxmlformats.org/officeDocument/2006/relationships/notesSlide" Target="/ppt/notesSlides/notesSlide6.xml" Id="R80bb4e0ae0b74ed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0bd12828364ca5"/>
          <a:srcRect xmlns:a="http://schemas.openxmlformats.org/drawingml/2006/main" l="25" t="0" r="2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821059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f13d4294ba43f0"/>
          <a:srcRect xmlns:a="http://schemas.openxmlformats.org/drawingml/2006/main" l="25" t="0" r="2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773042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83cdd8c83742ac"/>
          <a:srcRect xmlns:a="http://schemas.openxmlformats.org/drawingml/2006/main" l="25" t="0" r="2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425578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24e9846a084858"/>
          <a:srcRect xmlns:a="http://schemas.openxmlformats.org/drawingml/2006/main" l="25" t="0" r="2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97355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4fca1865404f58"/>
          <a:srcRect xmlns:a="http://schemas.openxmlformats.org/drawingml/2006/main" l="25" t="0" r="2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47945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dfd4610c2240f2"/>
          <a:srcRect xmlns:a="http://schemas.openxmlformats.org/drawingml/2006/main" l="25" t="0" r="2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272806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2026-07-02T19:18:24.8900000Z</dcterms:created>
  <dcterms:modified xsi:type="dcterms:W3CDTF">2026-07-02T19:18:24.8900000Z</dcterms:modified>
</coreProperties>
</file>